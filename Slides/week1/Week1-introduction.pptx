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21"/>
  </p:notesMasterIdLst>
  <p:sldIdLst>
    <p:sldId id="256" r:id="rId2"/>
    <p:sldId id="257" r:id="rId3"/>
    <p:sldId id="258" r:id="rId4"/>
    <p:sldId id="286" r:id="rId5"/>
    <p:sldId id="259" r:id="rId6"/>
    <p:sldId id="260" r:id="rId7"/>
    <p:sldId id="369" r:id="rId8"/>
    <p:sldId id="371" r:id="rId9"/>
    <p:sldId id="261" r:id="rId10"/>
    <p:sldId id="287" r:id="rId11"/>
    <p:sldId id="372" r:id="rId12"/>
    <p:sldId id="288" r:id="rId13"/>
    <p:sldId id="289" r:id="rId14"/>
    <p:sldId id="373" r:id="rId15"/>
    <p:sldId id="291" r:id="rId16"/>
    <p:sldId id="290" r:id="rId17"/>
    <p:sldId id="370" r:id="rId18"/>
    <p:sldId id="374" r:id="rId19"/>
    <p:sldId id="292" r:id="rId20"/>
  </p:sldIdLst>
  <p:sldSz cx="9144000" cy="5143500" type="screen16x9"/>
  <p:notesSz cx="6858000" cy="9144000"/>
  <p:embeddedFontLst>
    <p:embeddedFont>
      <p:font typeface="Consolas" panose="020B0609020204030204" pitchFamily="49" charset="0"/>
      <p:regular r:id="rId22"/>
      <p:bold r:id="rId23"/>
      <p:italic r:id="rId24"/>
      <p:boldItalic r:id="rId25"/>
    </p:embeddedFont>
    <p:embeddedFont>
      <p:font typeface="Roboto"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97B6E1-3A45-A84D-92B2-5D02BC83CF1D}" v="546" dt="2025-09-10T18:17:29.407"/>
    <p1510:client id="{B83546EB-D804-F6D1-D081-8369C9E42FC8}" v="106" dt="2025-09-10T04:47:09.6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70890"/>
  </p:normalViewPr>
  <p:slideViewPr>
    <p:cSldViewPr snapToGrid="0">
      <p:cViewPr varScale="1">
        <p:scale>
          <a:sx n="149" d="100"/>
          <a:sy n="149" d="100"/>
        </p:scale>
        <p:origin x="212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 Forden" userId="097e3a7e-cd5c-474a-95f0-a72dc440bf11" providerId="ADAL" clId="{529FC94F-5943-4A89-AC94-FD6C2CCDDB27}"/>
    <pc:docChg chg="undo custSel addSld modSld sldOrd">
      <pc:chgData name="Jack Forden" userId="097e3a7e-cd5c-474a-95f0-a72dc440bf11" providerId="ADAL" clId="{529FC94F-5943-4A89-AC94-FD6C2CCDDB27}" dt="2025-07-07T15:38:40.350" v="628"/>
      <pc:docMkLst>
        <pc:docMk/>
      </pc:docMkLst>
      <pc:sldChg chg="modSp mod">
        <pc:chgData name="Jack Forden" userId="097e3a7e-cd5c-474a-95f0-a72dc440bf11" providerId="ADAL" clId="{529FC94F-5943-4A89-AC94-FD6C2CCDDB27}" dt="2025-07-07T14:47:59.333" v="213" actId="20577"/>
        <pc:sldMkLst>
          <pc:docMk/>
          <pc:sldMk cId="0" sldId="256"/>
        </pc:sldMkLst>
      </pc:sldChg>
      <pc:sldChg chg="modSp mod">
        <pc:chgData name="Jack Forden" userId="097e3a7e-cd5c-474a-95f0-a72dc440bf11" providerId="ADAL" clId="{529FC94F-5943-4A89-AC94-FD6C2CCDDB27}" dt="2025-07-07T15:28:34.014" v="298" actId="20577"/>
        <pc:sldMkLst>
          <pc:docMk/>
          <pc:sldMk cId="0" sldId="257"/>
        </pc:sldMkLst>
      </pc:sldChg>
      <pc:sldChg chg="modSp mod">
        <pc:chgData name="Jack Forden" userId="097e3a7e-cd5c-474a-95f0-a72dc440bf11" providerId="ADAL" clId="{529FC94F-5943-4A89-AC94-FD6C2CCDDB27}" dt="2025-07-07T15:36:02.795" v="610" actId="20577"/>
        <pc:sldMkLst>
          <pc:docMk/>
          <pc:sldMk cId="0" sldId="259"/>
        </pc:sldMkLst>
      </pc:sldChg>
      <pc:sldChg chg="modSp mod">
        <pc:chgData name="Jack Forden" userId="097e3a7e-cd5c-474a-95f0-a72dc440bf11" providerId="ADAL" clId="{529FC94F-5943-4A89-AC94-FD6C2CCDDB27}" dt="2025-07-07T15:37:28.746" v="613" actId="27636"/>
        <pc:sldMkLst>
          <pc:docMk/>
          <pc:sldMk cId="0" sldId="263"/>
        </pc:sldMkLst>
      </pc:sldChg>
      <pc:sldChg chg="ord modNotes">
        <pc:chgData name="Jack Forden" userId="097e3a7e-cd5c-474a-95f0-a72dc440bf11" providerId="ADAL" clId="{529FC94F-5943-4A89-AC94-FD6C2CCDDB27}" dt="2025-07-07T15:38:38.576" v="626"/>
        <pc:sldMkLst>
          <pc:docMk/>
          <pc:sldMk cId="0" sldId="265"/>
        </pc:sldMkLst>
      </pc:sldChg>
      <pc:sldChg chg="modSp mod">
        <pc:chgData name="Jack Forden" userId="097e3a7e-cd5c-474a-95f0-a72dc440bf11" providerId="ADAL" clId="{529FC94F-5943-4A89-AC94-FD6C2CCDDB27}" dt="2025-07-07T14:47:05.240" v="169" actId="27636"/>
        <pc:sldMkLst>
          <pc:docMk/>
          <pc:sldMk cId="0" sldId="270"/>
        </pc:sldMkLst>
      </pc:sldChg>
      <pc:sldChg chg="modSp mod">
        <pc:chgData name="Jack Forden" userId="097e3a7e-cd5c-474a-95f0-a72dc440bf11" providerId="ADAL" clId="{529FC94F-5943-4A89-AC94-FD6C2CCDDB27}" dt="2025-07-07T14:47:05.256" v="170" actId="27636"/>
        <pc:sldMkLst>
          <pc:docMk/>
          <pc:sldMk cId="0" sldId="276"/>
        </pc:sldMkLst>
      </pc:sldChg>
      <pc:sldChg chg="modSp mod">
        <pc:chgData name="Jack Forden" userId="097e3a7e-cd5c-474a-95f0-a72dc440bf11" providerId="ADAL" clId="{529FC94F-5943-4A89-AC94-FD6C2CCDDB27}" dt="2025-07-07T14:47:05.272" v="171" actId="27636"/>
        <pc:sldMkLst>
          <pc:docMk/>
          <pc:sldMk cId="0" sldId="279"/>
        </pc:sldMkLst>
      </pc:sldChg>
      <pc:sldChg chg="modSp mod">
        <pc:chgData name="Jack Forden" userId="097e3a7e-cd5c-474a-95f0-a72dc440bf11" providerId="ADAL" clId="{529FC94F-5943-4A89-AC94-FD6C2CCDDB27}" dt="2025-07-07T14:37:59.489" v="89" actId="20577"/>
        <pc:sldMkLst>
          <pc:docMk/>
          <pc:sldMk cId="0" sldId="285"/>
        </pc:sldMkLst>
      </pc:sldChg>
      <pc:sldChg chg="delSp modSp add ord setBg delDesignElem">
        <pc:chgData name="Jack Forden" userId="097e3a7e-cd5c-474a-95f0-a72dc440bf11" providerId="ADAL" clId="{529FC94F-5943-4A89-AC94-FD6C2CCDDB27}" dt="2025-07-07T15:29:59.706" v="302"/>
        <pc:sldMkLst>
          <pc:docMk/>
          <pc:sldMk cId="671138637" sldId="286"/>
        </pc:sldMkLst>
      </pc:sldChg>
      <pc:sldChg chg="delSp modSp add setBg delDesignElem">
        <pc:chgData name="Jack Forden" userId="097e3a7e-cd5c-474a-95f0-a72dc440bf11" providerId="ADAL" clId="{529FC94F-5943-4A89-AC94-FD6C2CCDDB27}" dt="2025-07-07T15:37:28.725" v="612"/>
        <pc:sldMkLst>
          <pc:docMk/>
          <pc:sldMk cId="2181100770" sldId="287"/>
        </pc:sldMkLst>
      </pc:sldChg>
      <pc:sldChg chg="delSp modSp add setBg delDesignElem">
        <pc:chgData name="Jack Forden" userId="097e3a7e-cd5c-474a-95f0-a72dc440bf11" providerId="ADAL" clId="{529FC94F-5943-4A89-AC94-FD6C2CCDDB27}" dt="2025-07-07T15:37:45.665" v="615"/>
        <pc:sldMkLst>
          <pc:docMk/>
          <pc:sldMk cId="3939841438" sldId="288"/>
        </pc:sldMkLst>
      </pc:sldChg>
      <pc:sldChg chg="delSp modSp add setBg delDesignElem modNotesTx">
        <pc:chgData name="Jack Forden" userId="097e3a7e-cd5c-474a-95f0-a72dc440bf11" providerId="ADAL" clId="{529FC94F-5943-4A89-AC94-FD6C2CCDDB27}" dt="2025-07-07T15:38:03.972" v="624" actId="20577"/>
        <pc:sldMkLst>
          <pc:docMk/>
          <pc:sldMk cId="262393866" sldId="289"/>
        </pc:sldMkLst>
      </pc:sldChg>
      <pc:sldChg chg="delSp modSp add setBg delDesignElem">
        <pc:chgData name="Jack Forden" userId="097e3a7e-cd5c-474a-95f0-a72dc440bf11" providerId="ADAL" clId="{529FC94F-5943-4A89-AC94-FD6C2CCDDB27}" dt="2025-07-07T15:38:40.350" v="628"/>
        <pc:sldMkLst>
          <pc:docMk/>
          <pc:sldMk cId="3273668903" sldId="290"/>
        </pc:sldMkLst>
      </pc:sldChg>
    </pc:docChg>
  </pc:docChgLst>
  <pc:docChgLst>
    <pc:chgData name="Jack Forden" userId="S::jforden@carrollu.edu::097e3a7e-cd5c-474a-95f0-a72dc440bf11" providerId="AD" clId="Web-{60231AC0-E56F-55C2-01A6-9FC7A0AD8B9D}"/>
    <pc:docChg chg="addSld delSld">
      <pc:chgData name="Jack Forden" userId="S::jforden@carrollu.edu::097e3a7e-cd5c-474a-95f0-a72dc440bf11" providerId="AD" clId="Web-{60231AC0-E56F-55C2-01A6-9FC7A0AD8B9D}" dt="2025-07-29T02:15:05.668" v="1"/>
      <pc:docMkLst>
        <pc:docMk/>
      </pc:docMkLst>
      <pc:sldChg chg="add del">
        <pc:chgData name="Jack Forden" userId="S::jforden@carrollu.edu::097e3a7e-cd5c-474a-95f0-a72dc440bf11" providerId="AD" clId="Web-{60231AC0-E56F-55C2-01A6-9FC7A0AD8B9D}" dt="2025-07-29T02:15:05.668" v="1"/>
        <pc:sldMkLst>
          <pc:docMk/>
          <pc:sldMk cId="347232797" sldId="311"/>
        </pc:sldMkLst>
      </pc:sldChg>
    </pc:docChg>
  </pc:docChgLst>
  <pc:docChgLst>
    <pc:chgData name="Jack Forden" userId="097e3a7e-cd5c-474a-95f0-a72dc440bf11" providerId="ADAL" clId="{00138138-825D-5C8E-9D8E-7174C4A083C4}"/>
    <pc:docChg chg="undo redo custSel addSld delSld modSld sldOrd">
      <pc:chgData name="Jack Forden" userId="097e3a7e-cd5c-474a-95f0-a72dc440bf11" providerId="ADAL" clId="{00138138-825D-5C8E-9D8E-7174C4A083C4}" dt="2025-09-10T18:17:29.460" v="22858" actId="27636"/>
      <pc:docMkLst>
        <pc:docMk/>
      </pc:docMkLst>
      <pc:sldChg chg="modSp mod">
        <pc:chgData name="Jack Forden" userId="097e3a7e-cd5c-474a-95f0-a72dc440bf11" providerId="ADAL" clId="{00138138-825D-5C8E-9D8E-7174C4A083C4}" dt="2025-09-05T14:38:21.111" v="33" actId="20577"/>
        <pc:sldMkLst>
          <pc:docMk/>
          <pc:sldMk cId="0" sldId="257"/>
        </pc:sldMkLst>
        <pc:spChg chg="mod">
          <ac:chgData name="Jack Forden" userId="097e3a7e-cd5c-474a-95f0-a72dc440bf11" providerId="ADAL" clId="{00138138-825D-5C8E-9D8E-7174C4A083C4}" dt="2025-09-05T14:38:21.111" v="33" actId="20577"/>
          <ac:spMkLst>
            <pc:docMk/>
            <pc:sldMk cId="0" sldId="257"/>
            <ac:spMk id="2" creationId="{00000000-0000-0000-0000-000000000000}"/>
          </ac:spMkLst>
        </pc:spChg>
      </pc:sldChg>
      <pc:sldChg chg="modSp mod">
        <pc:chgData name="Jack Forden" userId="097e3a7e-cd5c-474a-95f0-a72dc440bf11" providerId="ADAL" clId="{00138138-825D-5C8E-9D8E-7174C4A083C4}" dt="2025-09-05T14:38:37.069" v="46" actId="20577"/>
        <pc:sldMkLst>
          <pc:docMk/>
          <pc:sldMk cId="0" sldId="258"/>
        </pc:sldMkLst>
        <pc:spChg chg="mod">
          <ac:chgData name="Jack Forden" userId="097e3a7e-cd5c-474a-95f0-a72dc440bf11" providerId="ADAL" clId="{00138138-825D-5C8E-9D8E-7174C4A083C4}" dt="2025-09-05T14:38:37.069" v="46" actId="20577"/>
          <ac:spMkLst>
            <pc:docMk/>
            <pc:sldMk cId="0" sldId="258"/>
            <ac:spMk id="2" creationId="{00000000-0000-0000-0000-000000000000}"/>
          </ac:spMkLst>
        </pc:spChg>
      </pc:sldChg>
      <pc:sldChg chg="modNotesTx">
        <pc:chgData name="Jack Forden" userId="097e3a7e-cd5c-474a-95f0-a72dc440bf11" providerId="ADAL" clId="{00138138-825D-5C8E-9D8E-7174C4A083C4}" dt="2025-09-05T18:29:34.054" v="176" actId="20577"/>
        <pc:sldMkLst>
          <pc:docMk/>
          <pc:sldMk cId="0" sldId="261"/>
        </pc:sldMkLst>
      </pc:sldChg>
      <pc:sldChg chg="modNotesTx">
        <pc:chgData name="Jack Forden" userId="097e3a7e-cd5c-474a-95f0-a72dc440bf11" providerId="ADAL" clId="{00138138-825D-5C8E-9D8E-7174C4A083C4}" dt="2025-09-05T18:49:00.177" v="1086" actId="20577"/>
        <pc:sldMkLst>
          <pc:docMk/>
          <pc:sldMk cId="3416142602" sldId="312"/>
        </pc:sldMkLst>
      </pc:sldChg>
      <pc:sldChg chg="modNotesTx">
        <pc:chgData name="Jack Forden" userId="097e3a7e-cd5c-474a-95f0-a72dc440bf11" providerId="ADAL" clId="{00138138-825D-5C8E-9D8E-7174C4A083C4}" dt="2025-09-05T18:49:57.891" v="1184" actId="20577"/>
        <pc:sldMkLst>
          <pc:docMk/>
          <pc:sldMk cId="3035698119" sldId="314"/>
        </pc:sldMkLst>
      </pc:sldChg>
      <pc:sldChg chg="modNotesTx">
        <pc:chgData name="Jack Forden" userId="097e3a7e-cd5c-474a-95f0-a72dc440bf11" providerId="ADAL" clId="{00138138-825D-5C8E-9D8E-7174C4A083C4}" dt="2025-09-05T18:49:28.660" v="1087" actId="20577"/>
        <pc:sldMkLst>
          <pc:docMk/>
          <pc:sldMk cId="2391026567" sldId="315"/>
        </pc:sldMkLst>
      </pc:sldChg>
      <pc:sldChg chg="modNotesTx">
        <pc:chgData name="Jack Forden" userId="097e3a7e-cd5c-474a-95f0-a72dc440bf11" providerId="ADAL" clId="{00138138-825D-5C8E-9D8E-7174C4A083C4}" dt="2025-09-05T18:59:25.580" v="1455" actId="20577"/>
        <pc:sldMkLst>
          <pc:docMk/>
          <pc:sldMk cId="2408002425" sldId="316"/>
        </pc:sldMkLst>
      </pc:sldChg>
      <pc:sldChg chg="modSp mod modAnim modNotesTx">
        <pc:chgData name="Jack Forden" userId="097e3a7e-cd5c-474a-95f0-a72dc440bf11" providerId="ADAL" clId="{00138138-825D-5C8E-9D8E-7174C4A083C4}" dt="2025-09-08T15:33:01.663" v="21488" actId="20577"/>
        <pc:sldMkLst>
          <pc:docMk/>
          <pc:sldMk cId="3351675367" sldId="321"/>
        </pc:sldMkLst>
        <pc:spChg chg="mod">
          <ac:chgData name="Jack Forden" userId="097e3a7e-cd5c-474a-95f0-a72dc440bf11" providerId="ADAL" clId="{00138138-825D-5C8E-9D8E-7174C4A083C4}" dt="2025-09-06T19:19:32.802" v="8794" actId="20577"/>
          <ac:spMkLst>
            <pc:docMk/>
            <pc:sldMk cId="3351675367" sldId="321"/>
            <ac:spMk id="3" creationId="{DC18BFC1-02FC-86DB-83DE-A7F508C22A25}"/>
          </ac:spMkLst>
        </pc:spChg>
      </pc:sldChg>
      <pc:sldChg chg="modSp mod modNotesTx">
        <pc:chgData name="Jack Forden" userId="097e3a7e-cd5c-474a-95f0-a72dc440bf11" providerId="ADAL" clId="{00138138-825D-5C8E-9D8E-7174C4A083C4}" dt="2025-09-06T20:17:12.475" v="11503" actId="20577"/>
        <pc:sldMkLst>
          <pc:docMk/>
          <pc:sldMk cId="3567936313" sldId="322"/>
        </pc:sldMkLst>
        <pc:spChg chg="mod">
          <ac:chgData name="Jack Forden" userId="097e3a7e-cd5c-474a-95f0-a72dc440bf11" providerId="ADAL" clId="{00138138-825D-5C8E-9D8E-7174C4A083C4}" dt="2025-09-06T19:19:54.150" v="8812" actId="20577"/>
          <ac:spMkLst>
            <pc:docMk/>
            <pc:sldMk cId="3567936313" sldId="322"/>
            <ac:spMk id="2" creationId="{660673D2-01D9-B7E0-6FB8-269158177743}"/>
          </ac:spMkLst>
        </pc:spChg>
        <pc:spChg chg="mod">
          <ac:chgData name="Jack Forden" userId="097e3a7e-cd5c-474a-95f0-a72dc440bf11" providerId="ADAL" clId="{00138138-825D-5C8E-9D8E-7174C4A083C4}" dt="2025-09-06T20:16:55.436" v="11501"/>
          <ac:spMkLst>
            <pc:docMk/>
            <pc:sldMk cId="3567936313" sldId="322"/>
            <ac:spMk id="3" creationId="{AA2D8B64-9167-3EC0-A4C6-0D100DA1FBC7}"/>
          </ac:spMkLst>
        </pc:spChg>
      </pc:sldChg>
      <pc:sldChg chg="modAnim modNotesTx">
        <pc:chgData name="Jack Forden" userId="097e3a7e-cd5c-474a-95f0-a72dc440bf11" providerId="ADAL" clId="{00138138-825D-5C8E-9D8E-7174C4A083C4}" dt="2025-09-08T15:52:54.220" v="21785" actId="20577"/>
        <pc:sldMkLst>
          <pc:docMk/>
          <pc:sldMk cId="855130164" sldId="323"/>
        </pc:sldMkLst>
      </pc:sldChg>
      <pc:sldChg chg="delSp modSp mod modNotesTx">
        <pc:chgData name="Jack Forden" userId="097e3a7e-cd5c-474a-95f0-a72dc440bf11" providerId="ADAL" clId="{00138138-825D-5C8E-9D8E-7174C4A083C4}" dt="2025-09-08T16:50:32.540" v="21961" actId="20577"/>
        <pc:sldMkLst>
          <pc:docMk/>
          <pc:sldMk cId="4000908134" sldId="324"/>
        </pc:sldMkLst>
        <pc:spChg chg="mod">
          <ac:chgData name="Jack Forden" userId="097e3a7e-cd5c-474a-95f0-a72dc440bf11" providerId="ADAL" clId="{00138138-825D-5C8E-9D8E-7174C4A083C4}" dt="2025-09-07T00:26:25.940" v="17103" actId="20577"/>
          <ac:spMkLst>
            <pc:docMk/>
            <pc:sldMk cId="4000908134" sldId="324"/>
            <ac:spMk id="2" creationId="{1AB2A1CB-845C-CB12-0DF1-22E798265C35}"/>
          </ac:spMkLst>
        </pc:spChg>
        <pc:spChg chg="mod">
          <ac:chgData name="Jack Forden" userId="097e3a7e-cd5c-474a-95f0-a72dc440bf11" providerId="ADAL" clId="{00138138-825D-5C8E-9D8E-7174C4A083C4}" dt="2025-09-07T03:57:03.902" v="20848" actId="20577"/>
          <ac:spMkLst>
            <pc:docMk/>
            <pc:sldMk cId="4000908134" sldId="324"/>
            <ac:spMk id="3" creationId="{FB6C15A6-E5F9-4151-9683-971CBBD90B32}"/>
          </ac:spMkLst>
        </pc:spChg>
      </pc:sldChg>
      <pc:sldChg chg="modSp del mod modNotesTx">
        <pc:chgData name="Jack Forden" userId="097e3a7e-cd5c-474a-95f0-a72dc440bf11" providerId="ADAL" clId="{00138138-825D-5C8E-9D8E-7174C4A083C4}" dt="2025-09-06T19:49:29.850" v="10247" actId="2696"/>
        <pc:sldMkLst>
          <pc:docMk/>
          <pc:sldMk cId="2266132323" sldId="325"/>
        </pc:sldMkLst>
      </pc:sldChg>
      <pc:sldChg chg="modSp mod ord modAnim modNotesTx">
        <pc:chgData name="Jack Forden" userId="097e3a7e-cd5c-474a-95f0-a72dc440bf11" providerId="ADAL" clId="{00138138-825D-5C8E-9D8E-7174C4A083C4}" dt="2025-09-10T18:17:29.406" v="22857" actId="20577"/>
        <pc:sldMkLst>
          <pc:docMk/>
          <pc:sldMk cId="4198654589" sldId="326"/>
        </pc:sldMkLst>
        <pc:spChg chg="mod">
          <ac:chgData name="Jack Forden" userId="097e3a7e-cd5c-474a-95f0-a72dc440bf11" providerId="ADAL" clId="{00138138-825D-5C8E-9D8E-7174C4A083C4}" dt="2025-09-10T18:17:29.406" v="22857" actId="20577"/>
          <ac:spMkLst>
            <pc:docMk/>
            <pc:sldMk cId="4198654589" sldId="326"/>
            <ac:spMk id="3" creationId="{25EA2305-C0AF-FBEB-9301-0132F01A286C}"/>
          </ac:spMkLst>
        </pc:spChg>
      </pc:sldChg>
      <pc:sldChg chg="modSp del mod ord">
        <pc:chgData name="Jack Forden" userId="097e3a7e-cd5c-474a-95f0-a72dc440bf11" providerId="ADAL" clId="{00138138-825D-5C8E-9D8E-7174C4A083C4}" dt="2025-09-07T01:33:19.759" v="18548" actId="2696"/>
        <pc:sldMkLst>
          <pc:docMk/>
          <pc:sldMk cId="2357178150" sldId="327"/>
        </pc:sldMkLst>
      </pc:sldChg>
      <pc:sldChg chg="ord">
        <pc:chgData name="Jack Forden" userId="097e3a7e-cd5c-474a-95f0-a72dc440bf11" providerId="ADAL" clId="{00138138-825D-5C8E-9D8E-7174C4A083C4}" dt="2025-09-06T19:17:22.617" v="8722" actId="20578"/>
        <pc:sldMkLst>
          <pc:docMk/>
          <pc:sldMk cId="2798628390" sldId="328"/>
        </pc:sldMkLst>
      </pc:sldChg>
      <pc:sldChg chg="ord">
        <pc:chgData name="Jack Forden" userId="097e3a7e-cd5c-474a-95f0-a72dc440bf11" providerId="ADAL" clId="{00138138-825D-5C8E-9D8E-7174C4A083C4}" dt="2025-09-06T20:29:44.539" v="12125" actId="20578"/>
        <pc:sldMkLst>
          <pc:docMk/>
          <pc:sldMk cId="782413009" sldId="329"/>
        </pc:sldMkLst>
      </pc:sldChg>
      <pc:sldChg chg="delSp modSp del mod ord modAnim modNotesTx">
        <pc:chgData name="Jack Forden" userId="097e3a7e-cd5c-474a-95f0-a72dc440bf11" providerId="ADAL" clId="{00138138-825D-5C8E-9D8E-7174C4A083C4}" dt="2025-09-07T00:53:26.726" v="17720" actId="2696"/>
        <pc:sldMkLst>
          <pc:docMk/>
          <pc:sldMk cId="3556418597" sldId="330"/>
        </pc:sldMkLst>
      </pc:sldChg>
      <pc:sldChg chg="new del">
        <pc:chgData name="Jack Forden" userId="097e3a7e-cd5c-474a-95f0-a72dc440bf11" providerId="ADAL" clId="{00138138-825D-5C8E-9D8E-7174C4A083C4}" dt="2025-09-06T15:08:16.393" v="1457" actId="2696"/>
        <pc:sldMkLst>
          <pc:docMk/>
          <pc:sldMk cId="2288011275" sldId="331"/>
        </pc:sldMkLst>
      </pc:sldChg>
      <pc:sldChg chg="modSp new mod modAnim modNotesTx">
        <pc:chgData name="Jack Forden" userId="097e3a7e-cd5c-474a-95f0-a72dc440bf11" providerId="ADAL" clId="{00138138-825D-5C8E-9D8E-7174C4A083C4}" dt="2025-09-07T03:25:05.550" v="20086"/>
        <pc:sldMkLst>
          <pc:docMk/>
          <pc:sldMk cId="2846811596" sldId="331"/>
        </pc:sldMkLst>
        <pc:spChg chg="mod">
          <ac:chgData name="Jack Forden" userId="097e3a7e-cd5c-474a-95f0-a72dc440bf11" providerId="ADAL" clId="{00138138-825D-5C8E-9D8E-7174C4A083C4}" dt="2025-09-06T15:08:31.035" v="1480" actId="20577"/>
          <ac:spMkLst>
            <pc:docMk/>
            <pc:sldMk cId="2846811596" sldId="331"/>
            <ac:spMk id="2" creationId="{7814EC52-EF34-EBA8-7796-941AB72CD57E}"/>
          </ac:spMkLst>
        </pc:spChg>
        <pc:spChg chg="mod">
          <ac:chgData name="Jack Forden" userId="097e3a7e-cd5c-474a-95f0-a72dc440bf11" providerId="ADAL" clId="{00138138-825D-5C8E-9D8E-7174C4A083C4}" dt="2025-09-06T15:16:50.887" v="1919" actId="20577"/>
          <ac:spMkLst>
            <pc:docMk/>
            <pc:sldMk cId="2846811596" sldId="331"/>
            <ac:spMk id="3" creationId="{6165CEC0-290C-3BA1-D9ED-C09E49DC010D}"/>
          </ac:spMkLst>
        </pc:spChg>
      </pc:sldChg>
      <pc:sldChg chg="modSp new mod modNotesTx">
        <pc:chgData name="Jack Forden" userId="097e3a7e-cd5c-474a-95f0-a72dc440bf11" providerId="ADAL" clId="{00138138-825D-5C8E-9D8E-7174C4A083C4}" dt="2025-09-06T16:58:44.421" v="5111" actId="313"/>
        <pc:sldMkLst>
          <pc:docMk/>
          <pc:sldMk cId="2873075335" sldId="332"/>
        </pc:sldMkLst>
        <pc:spChg chg="mod">
          <ac:chgData name="Jack Forden" userId="097e3a7e-cd5c-474a-95f0-a72dc440bf11" providerId="ADAL" clId="{00138138-825D-5C8E-9D8E-7174C4A083C4}" dt="2025-09-06T15:24:56.419" v="2398" actId="20577"/>
          <ac:spMkLst>
            <pc:docMk/>
            <pc:sldMk cId="2873075335" sldId="332"/>
            <ac:spMk id="2" creationId="{5DC8925C-22A3-0A31-84D2-30CFA505D776}"/>
          </ac:spMkLst>
        </pc:spChg>
        <pc:spChg chg="mod">
          <ac:chgData name="Jack Forden" userId="097e3a7e-cd5c-474a-95f0-a72dc440bf11" providerId="ADAL" clId="{00138138-825D-5C8E-9D8E-7174C4A083C4}" dt="2025-09-06T16:58:44.421" v="5111" actId="313"/>
          <ac:spMkLst>
            <pc:docMk/>
            <pc:sldMk cId="2873075335" sldId="332"/>
            <ac:spMk id="3" creationId="{B63DD4C3-2AB8-015F-DB1A-59131347D444}"/>
          </ac:spMkLst>
        </pc:spChg>
      </pc:sldChg>
      <pc:sldChg chg="modSp new mod modNotesTx">
        <pc:chgData name="Jack Forden" userId="097e3a7e-cd5c-474a-95f0-a72dc440bf11" providerId="ADAL" clId="{00138138-825D-5C8E-9D8E-7174C4A083C4}" dt="2025-09-08T15:52:01.831" v="21621" actId="20577"/>
        <pc:sldMkLst>
          <pc:docMk/>
          <pc:sldMk cId="557212826" sldId="333"/>
        </pc:sldMkLst>
        <pc:spChg chg="mod">
          <ac:chgData name="Jack Forden" userId="097e3a7e-cd5c-474a-95f0-a72dc440bf11" providerId="ADAL" clId="{00138138-825D-5C8E-9D8E-7174C4A083C4}" dt="2025-09-06T16:17:57.182" v="4560" actId="20577"/>
          <ac:spMkLst>
            <pc:docMk/>
            <pc:sldMk cId="557212826" sldId="333"/>
            <ac:spMk id="2" creationId="{8514D784-093D-6F36-1C57-BBAB5613127F}"/>
          </ac:spMkLst>
        </pc:spChg>
        <pc:spChg chg="mod">
          <ac:chgData name="Jack Forden" userId="097e3a7e-cd5c-474a-95f0-a72dc440bf11" providerId="ADAL" clId="{00138138-825D-5C8E-9D8E-7174C4A083C4}" dt="2025-09-07T03:49:23.138" v="20824" actId="20577"/>
          <ac:spMkLst>
            <pc:docMk/>
            <pc:sldMk cId="557212826" sldId="333"/>
            <ac:spMk id="3" creationId="{C1D2106A-63A9-58D0-31AF-5FCE62EC63B7}"/>
          </ac:spMkLst>
        </pc:spChg>
      </pc:sldChg>
      <pc:sldChg chg="addSp delSp modSp new mod ord modAnim modNotesTx">
        <pc:chgData name="Jack Forden" userId="097e3a7e-cd5c-474a-95f0-a72dc440bf11" providerId="ADAL" clId="{00138138-825D-5C8E-9D8E-7174C4A083C4}" dt="2025-09-07T00:30:02.348" v="17718" actId="20577"/>
        <pc:sldMkLst>
          <pc:docMk/>
          <pc:sldMk cId="2072192274" sldId="334"/>
        </pc:sldMkLst>
        <pc:spChg chg="mod">
          <ac:chgData name="Jack Forden" userId="097e3a7e-cd5c-474a-95f0-a72dc440bf11" providerId="ADAL" clId="{00138138-825D-5C8E-9D8E-7174C4A083C4}" dt="2025-09-07T00:26:00.890" v="17095" actId="20577"/>
          <ac:spMkLst>
            <pc:docMk/>
            <pc:sldMk cId="2072192274" sldId="334"/>
            <ac:spMk id="2" creationId="{DDE3CFAD-6FE7-335A-9B51-1305ABD3AF66}"/>
          </ac:spMkLst>
        </pc:spChg>
        <pc:spChg chg="mod">
          <ac:chgData name="Jack Forden" userId="097e3a7e-cd5c-474a-95f0-a72dc440bf11" providerId="ADAL" clId="{00138138-825D-5C8E-9D8E-7174C4A083C4}" dt="2025-09-07T00:30:02.348" v="17718" actId="20577"/>
          <ac:spMkLst>
            <pc:docMk/>
            <pc:sldMk cId="2072192274" sldId="334"/>
            <ac:spMk id="3" creationId="{12510A9C-FE24-5BFA-2C8E-B8544F80DB38}"/>
          </ac:spMkLst>
        </pc:spChg>
        <pc:picChg chg="add mod">
          <ac:chgData name="Jack Forden" userId="097e3a7e-cd5c-474a-95f0-a72dc440bf11" providerId="ADAL" clId="{00138138-825D-5C8E-9D8E-7174C4A083C4}" dt="2025-09-06T20:57:01.870" v="13296" actId="1076"/>
          <ac:picMkLst>
            <pc:docMk/>
            <pc:sldMk cId="2072192274" sldId="334"/>
            <ac:picMk id="5" creationId="{B3D8A0FB-EFB1-948D-9F4E-2625F9452F25}"/>
          </ac:picMkLst>
        </pc:picChg>
      </pc:sldChg>
      <pc:sldChg chg="addSp modSp new mod ord">
        <pc:chgData name="Jack Forden" userId="097e3a7e-cd5c-474a-95f0-a72dc440bf11" providerId="ADAL" clId="{00138138-825D-5C8E-9D8E-7174C4A083C4}" dt="2025-09-09T22:32:34.900" v="22822" actId="20578"/>
        <pc:sldMkLst>
          <pc:docMk/>
          <pc:sldMk cId="982975364" sldId="335"/>
        </pc:sldMkLst>
        <pc:spChg chg="mod">
          <ac:chgData name="Jack Forden" userId="097e3a7e-cd5c-474a-95f0-a72dc440bf11" providerId="ADAL" clId="{00138138-825D-5C8E-9D8E-7174C4A083C4}" dt="2025-09-06T17:36:42.768" v="6018" actId="20577"/>
          <ac:spMkLst>
            <pc:docMk/>
            <pc:sldMk cId="982975364" sldId="335"/>
            <ac:spMk id="2" creationId="{DE380A65-5A3B-71DA-E694-B333C6EEDED0}"/>
          </ac:spMkLst>
        </pc:spChg>
        <pc:spChg chg="mod">
          <ac:chgData name="Jack Forden" userId="097e3a7e-cd5c-474a-95f0-a72dc440bf11" providerId="ADAL" clId="{00138138-825D-5C8E-9D8E-7174C4A083C4}" dt="2025-09-06T20:10:39.967" v="11169" actId="15"/>
          <ac:spMkLst>
            <pc:docMk/>
            <pc:sldMk cId="982975364" sldId="335"/>
            <ac:spMk id="3" creationId="{BE04BCB2-02FE-115A-73EA-E921DE7AFB3A}"/>
          </ac:spMkLst>
        </pc:spChg>
        <pc:picChg chg="add mod">
          <ac:chgData name="Jack Forden" userId="097e3a7e-cd5c-474a-95f0-a72dc440bf11" providerId="ADAL" clId="{00138138-825D-5C8E-9D8E-7174C4A083C4}" dt="2025-09-06T20:12:08.808" v="11176" actId="1076"/>
          <ac:picMkLst>
            <pc:docMk/>
            <pc:sldMk cId="982975364" sldId="335"/>
            <ac:picMk id="4" creationId="{E3C2F107-BEA6-3704-FD7B-5C849D5A1163}"/>
          </ac:picMkLst>
        </pc:picChg>
      </pc:sldChg>
      <pc:sldChg chg="modSp new mod ord modAnim modNotesTx">
        <pc:chgData name="Jack Forden" userId="097e3a7e-cd5c-474a-95f0-a72dc440bf11" providerId="ADAL" clId="{00138138-825D-5C8E-9D8E-7174C4A083C4}" dt="2025-09-07T03:51:46.206" v="20845" actId="20577"/>
        <pc:sldMkLst>
          <pc:docMk/>
          <pc:sldMk cId="679222313" sldId="336"/>
        </pc:sldMkLst>
        <pc:spChg chg="mod">
          <ac:chgData name="Jack Forden" userId="097e3a7e-cd5c-474a-95f0-a72dc440bf11" providerId="ADAL" clId="{00138138-825D-5C8E-9D8E-7174C4A083C4}" dt="2025-09-07T03:51:46.206" v="20845" actId="20577"/>
          <ac:spMkLst>
            <pc:docMk/>
            <pc:sldMk cId="679222313" sldId="336"/>
            <ac:spMk id="2" creationId="{EA0FA31A-480E-058F-67EF-2D3F1D86D57C}"/>
          </ac:spMkLst>
        </pc:spChg>
        <pc:spChg chg="mod">
          <ac:chgData name="Jack Forden" userId="097e3a7e-cd5c-474a-95f0-a72dc440bf11" providerId="ADAL" clId="{00138138-825D-5C8E-9D8E-7174C4A083C4}" dt="2025-09-06T19:06:08.998" v="8244" actId="20577"/>
          <ac:spMkLst>
            <pc:docMk/>
            <pc:sldMk cId="679222313" sldId="336"/>
            <ac:spMk id="3" creationId="{924C8C1D-52C9-87B4-722A-A40137B30B88}"/>
          </ac:spMkLst>
        </pc:spChg>
      </pc:sldChg>
      <pc:sldChg chg="new del">
        <pc:chgData name="Jack Forden" userId="097e3a7e-cd5c-474a-95f0-a72dc440bf11" providerId="ADAL" clId="{00138138-825D-5C8E-9D8E-7174C4A083C4}" dt="2025-09-06T19:10:56.118" v="8246" actId="2696"/>
        <pc:sldMkLst>
          <pc:docMk/>
          <pc:sldMk cId="1205466710" sldId="337"/>
        </pc:sldMkLst>
      </pc:sldChg>
      <pc:sldChg chg="modSp new mod modAnim modNotesTx">
        <pc:chgData name="Jack Forden" userId="097e3a7e-cd5c-474a-95f0-a72dc440bf11" providerId="ADAL" clId="{00138138-825D-5C8E-9D8E-7174C4A083C4}" dt="2025-09-07T03:45:15.653" v="20800" actId="20577"/>
        <pc:sldMkLst>
          <pc:docMk/>
          <pc:sldMk cId="3721463093" sldId="337"/>
        </pc:sldMkLst>
        <pc:spChg chg="mod">
          <ac:chgData name="Jack Forden" userId="097e3a7e-cd5c-474a-95f0-a72dc440bf11" providerId="ADAL" clId="{00138138-825D-5C8E-9D8E-7174C4A083C4}" dt="2025-09-06T19:20:51.729" v="8900" actId="20577"/>
          <ac:spMkLst>
            <pc:docMk/>
            <pc:sldMk cId="3721463093" sldId="337"/>
            <ac:spMk id="2" creationId="{491598B4-1549-DF2F-9E77-E62D52181926}"/>
          </ac:spMkLst>
        </pc:spChg>
        <pc:spChg chg="mod">
          <ac:chgData name="Jack Forden" userId="097e3a7e-cd5c-474a-95f0-a72dc440bf11" providerId="ADAL" clId="{00138138-825D-5C8E-9D8E-7174C4A083C4}" dt="2025-09-06T19:27:02.414" v="9573" actId="20577"/>
          <ac:spMkLst>
            <pc:docMk/>
            <pc:sldMk cId="3721463093" sldId="337"/>
            <ac:spMk id="3" creationId="{3EAF48D5-CA6F-DB3F-88D6-CA592937CD8F}"/>
          </ac:spMkLst>
        </pc:spChg>
      </pc:sldChg>
      <pc:sldChg chg="addSp modSp new mod modAnim modNotesTx">
        <pc:chgData name="Jack Forden" userId="097e3a7e-cd5c-474a-95f0-a72dc440bf11" providerId="ADAL" clId="{00138138-825D-5C8E-9D8E-7174C4A083C4}" dt="2025-09-07T03:42:29.201" v="20681"/>
        <pc:sldMkLst>
          <pc:docMk/>
          <pc:sldMk cId="2258834630" sldId="338"/>
        </pc:sldMkLst>
        <pc:spChg chg="mod">
          <ac:chgData name="Jack Forden" userId="097e3a7e-cd5c-474a-95f0-a72dc440bf11" providerId="ADAL" clId="{00138138-825D-5C8E-9D8E-7174C4A083C4}" dt="2025-09-06T19:21:40.895" v="8978" actId="313"/>
          <ac:spMkLst>
            <pc:docMk/>
            <pc:sldMk cId="2258834630" sldId="338"/>
            <ac:spMk id="2" creationId="{BBFAB84D-1D8E-6622-58D3-CDF3DDE0E063}"/>
          </ac:spMkLst>
        </pc:spChg>
        <pc:spChg chg="mod">
          <ac:chgData name="Jack Forden" userId="097e3a7e-cd5c-474a-95f0-a72dc440bf11" providerId="ADAL" clId="{00138138-825D-5C8E-9D8E-7174C4A083C4}" dt="2025-09-07T03:29:18.097" v="20132" actId="20577"/>
          <ac:spMkLst>
            <pc:docMk/>
            <pc:sldMk cId="2258834630" sldId="338"/>
            <ac:spMk id="3" creationId="{0C66CAA9-411B-7BBA-CC86-6562BDF5852F}"/>
          </ac:spMkLst>
        </pc:spChg>
        <pc:picChg chg="add mod">
          <ac:chgData name="Jack Forden" userId="097e3a7e-cd5c-474a-95f0-a72dc440bf11" providerId="ADAL" clId="{00138138-825D-5C8E-9D8E-7174C4A083C4}" dt="2025-09-07T03:42:25.989" v="20680" actId="1076"/>
          <ac:picMkLst>
            <pc:docMk/>
            <pc:sldMk cId="2258834630" sldId="338"/>
            <ac:picMk id="4" creationId="{EB914B34-7BA3-7231-1B93-93ACDAAC9142}"/>
          </ac:picMkLst>
        </pc:picChg>
      </pc:sldChg>
      <pc:sldChg chg="modSp new mod ord modNotesTx">
        <pc:chgData name="Jack Forden" userId="097e3a7e-cd5c-474a-95f0-a72dc440bf11" providerId="ADAL" clId="{00138138-825D-5C8E-9D8E-7174C4A083C4}" dt="2025-09-06T19:52:04.793" v="10387" actId="20578"/>
        <pc:sldMkLst>
          <pc:docMk/>
          <pc:sldMk cId="643647934" sldId="339"/>
        </pc:sldMkLst>
        <pc:spChg chg="mod">
          <ac:chgData name="Jack Forden" userId="097e3a7e-cd5c-474a-95f0-a72dc440bf11" providerId="ADAL" clId="{00138138-825D-5C8E-9D8E-7174C4A083C4}" dt="2025-09-06T19:37:55.269" v="9734" actId="20577"/>
          <ac:spMkLst>
            <pc:docMk/>
            <pc:sldMk cId="643647934" sldId="339"/>
            <ac:spMk id="2" creationId="{71FB9094-0A92-9F51-B235-7ADACE0DA2E8}"/>
          </ac:spMkLst>
        </pc:spChg>
        <pc:spChg chg="mod">
          <ac:chgData name="Jack Forden" userId="097e3a7e-cd5c-474a-95f0-a72dc440bf11" providerId="ADAL" clId="{00138138-825D-5C8E-9D8E-7174C4A083C4}" dt="2025-09-06T19:51:32.418" v="10386" actId="20577"/>
          <ac:spMkLst>
            <pc:docMk/>
            <pc:sldMk cId="643647934" sldId="339"/>
            <ac:spMk id="3" creationId="{9CC21F7F-4DB3-7A4F-994B-B80FEFAB1304}"/>
          </ac:spMkLst>
        </pc:spChg>
      </pc:sldChg>
      <pc:sldChg chg="modSp new mod">
        <pc:chgData name="Jack Forden" userId="097e3a7e-cd5c-474a-95f0-a72dc440bf11" providerId="ADAL" clId="{00138138-825D-5C8E-9D8E-7174C4A083C4}" dt="2025-09-06T20:08:23.908" v="11135" actId="20577"/>
        <pc:sldMkLst>
          <pc:docMk/>
          <pc:sldMk cId="1294968182" sldId="340"/>
        </pc:sldMkLst>
        <pc:spChg chg="mod">
          <ac:chgData name="Jack Forden" userId="097e3a7e-cd5c-474a-95f0-a72dc440bf11" providerId="ADAL" clId="{00138138-825D-5C8E-9D8E-7174C4A083C4}" dt="2025-09-06T20:08:23.908" v="11135" actId="20577"/>
          <ac:spMkLst>
            <pc:docMk/>
            <pc:sldMk cId="1294968182" sldId="340"/>
            <ac:spMk id="2" creationId="{7D413ECD-4DD8-420E-52C8-A9737BF821BE}"/>
          </ac:spMkLst>
        </pc:spChg>
        <pc:spChg chg="mod">
          <ac:chgData name="Jack Forden" userId="097e3a7e-cd5c-474a-95f0-a72dc440bf11" providerId="ADAL" clId="{00138138-825D-5C8E-9D8E-7174C4A083C4}" dt="2025-09-06T20:07:00.310" v="11134" actId="20577"/>
          <ac:spMkLst>
            <pc:docMk/>
            <pc:sldMk cId="1294968182" sldId="340"/>
            <ac:spMk id="3" creationId="{D8DD2393-63D3-72DC-E5F4-B98F7D7BEB3F}"/>
          </ac:spMkLst>
        </pc:spChg>
      </pc:sldChg>
      <pc:sldChg chg="modSp new del mod">
        <pc:chgData name="Jack Forden" userId="097e3a7e-cd5c-474a-95f0-a72dc440bf11" providerId="ADAL" clId="{00138138-825D-5C8E-9D8E-7174C4A083C4}" dt="2025-09-06T20:27:56.543" v="12113" actId="2696"/>
        <pc:sldMkLst>
          <pc:docMk/>
          <pc:sldMk cId="939294869" sldId="341"/>
        </pc:sldMkLst>
      </pc:sldChg>
      <pc:sldChg chg="modSp add mod modAnim">
        <pc:chgData name="Jack Forden" userId="097e3a7e-cd5c-474a-95f0-a72dc440bf11" providerId="ADAL" clId="{00138138-825D-5C8E-9D8E-7174C4A083C4}" dt="2025-09-07T03:57:17.005" v="20852" actId="20577"/>
        <pc:sldMkLst>
          <pc:docMk/>
          <pc:sldMk cId="2884381735" sldId="342"/>
        </pc:sldMkLst>
        <pc:spChg chg="mod">
          <ac:chgData name="Jack Forden" userId="097e3a7e-cd5c-474a-95f0-a72dc440bf11" providerId="ADAL" clId="{00138138-825D-5C8E-9D8E-7174C4A083C4}" dt="2025-09-07T00:26:10.969" v="17099" actId="20577"/>
          <ac:spMkLst>
            <pc:docMk/>
            <pc:sldMk cId="2884381735" sldId="342"/>
            <ac:spMk id="2" creationId="{C851DAA8-A050-63F2-7A6A-B30E5FADB72B}"/>
          </ac:spMkLst>
        </pc:spChg>
        <pc:spChg chg="mod">
          <ac:chgData name="Jack Forden" userId="097e3a7e-cd5c-474a-95f0-a72dc440bf11" providerId="ADAL" clId="{00138138-825D-5C8E-9D8E-7174C4A083C4}" dt="2025-09-07T03:57:17.005" v="20852" actId="20577"/>
          <ac:spMkLst>
            <pc:docMk/>
            <pc:sldMk cId="2884381735" sldId="342"/>
            <ac:spMk id="3" creationId="{E1A14219-1BB5-8C4D-3646-6E2E59494E50}"/>
          </ac:spMkLst>
        </pc:spChg>
      </pc:sldChg>
      <pc:sldChg chg="addSp modSp new mod modAnim modNotesTx">
        <pc:chgData name="Jack Forden" userId="097e3a7e-cd5c-474a-95f0-a72dc440bf11" providerId="ADAL" clId="{00138138-825D-5C8E-9D8E-7174C4A083C4}" dt="2025-09-07T04:12:43.068" v="21090" actId="20577"/>
        <pc:sldMkLst>
          <pc:docMk/>
          <pc:sldMk cId="950564902" sldId="343"/>
        </pc:sldMkLst>
        <pc:spChg chg="mod">
          <ac:chgData name="Jack Forden" userId="097e3a7e-cd5c-474a-95f0-a72dc440bf11" providerId="ADAL" clId="{00138138-825D-5C8E-9D8E-7174C4A083C4}" dt="2025-09-06T20:35:39.241" v="12175" actId="20577"/>
          <ac:spMkLst>
            <pc:docMk/>
            <pc:sldMk cId="950564902" sldId="343"/>
            <ac:spMk id="2" creationId="{D9C5F7CA-A0B4-61BE-F36C-F05DCED3B156}"/>
          </ac:spMkLst>
        </pc:spChg>
        <pc:spChg chg="mod">
          <ac:chgData name="Jack Forden" userId="097e3a7e-cd5c-474a-95f0-a72dc440bf11" providerId="ADAL" clId="{00138138-825D-5C8E-9D8E-7174C4A083C4}" dt="2025-09-07T04:01:49.249" v="20868" actId="57"/>
          <ac:spMkLst>
            <pc:docMk/>
            <pc:sldMk cId="950564902" sldId="343"/>
            <ac:spMk id="3" creationId="{E235426A-B92B-37E0-556B-E3E764329C32}"/>
          </ac:spMkLst>
        </pc:spChg>
        <pc:picChg chg="add mod">
          <ac:chgData name="Jack Forden" userId="097e3a7e-cd5c-474a-95f0-a72dc440bf11" providerId="ADAL" clId="{00138138-825D-5C8E-9D8E-7174C4A083C4}" dt="2025-09-06T20:38:08.802" v="12335" actId="1076"/>
          <ac:picMkLst>
            <pc:docMk/>
            <pc:sldMk cId="950564902" sldId="343"/>
            <ac:picMk id="4" creationId="{59B4A764-B0AE-D831-DEF3-3D0D465AFEF4}"/>
          </ac:picMkLst>
        </pc:picChg>
      </pc:sldChg>
      <pc:sldChg chg="addSp modSp new mod modAnim">
        <pc:chgData name="Jack Forden" userId="097e3a7e-cd5c-474a-95f0-a72dc440bf11" providerId="ADAL" clId="{00138138-825D-5C8E-9D8E-7174C4A083C4}" dt="2025-09-06T23:54:57.365" v="14773" actId="57"/>
        <pc:sldMkLst>
          <pc:docMk/>
          <pc:sldMk cId="650300586" sldId="344"/>
        </pc:sldMkLst>
        <pc:spChg chg="mod">
          <ac:chgData name="Jack Forden" userId="097e3a7e-cd5c-474a-95f0-a72dc440bf11" providerId="ADAL" clId="{00138138-825D-5C8E-9D8E-7174C4A083C4}" dt="2025-09-06T20:47:11.121" v="12805" actId="20577"/>
          <ac:spMkLst>
            <pc:docMk/>
            <pc:sldMk cId="650300586" sldId="344"/>
            <ac:spMk id="2" creationId="{6BF706BB-2ABD-4F1F-35C5-CC1607CAF814}"/>
          </ac:spMkLst>
        </pc:spChg>
        <pc:spChg chg="mod">
          <ac:chgData name="Jack Forden" userId="097e3a7e-cd5c-474a-95f0-a72dc440bf11" providerId="ADAL" clId="{00138138-825D-5C8E-9D8E-7174C4A083C4}" dt="2025-09-06T23:54:57.365" v="14773" actId="57"/>
          <ac:spMkLst>
            <pc:docMk/>
            <pc:sldMk cId="650300586" sldId="344"/>
            <ac:spMk id="3" creationId="{FA6D541C-CC9D-4D7B-911E-C8A70CBC25F8}"/>
          </ac:spMkLst>
        </pc:spChg>
        <pc:picChg chg="add mod">
          <ac:chgData name="Jack Forden" userId="097e3a7e-cd5c-474a-95f0-a72dc440bf11" providerId="ADAL" clId="{00138138-825D-5C8E-9D8E-7174C4A083C4}" dt="2025-09-06T20:50:22.804" v="13027" actId="1076"/>
          <ac:picMkLst>
            <pc:docMk/>
            <pc:sldMk cId="650300586" sldId="344"/>
            <ac:picMk id="4" creationId="{4C315074-5B57-A128-7E2A-CCE426155263}"/>
          </ac:picMkLst>
        </pc:picChg>
      </pc:sldChg>
      <pc:sldChg chg="addSp modSp new mod">
        <pc:chgData name="Jack Forden" userId="097e3a7e-cd5c-474a-95f0-a72dc440bf11" providerId="ADAL" clId="{00138138-825D-5C8E-9D8E-7174C4A083C4}" dt="2025-09-06T20:54:12.286" v="13154" actId="1076"/>
        <pc:sldMkLst>
          <pc:docMk/>
          <pc:sldMk cId="3125721030" sldId="345"/>
        </pc:sldMkLst>
        <pc:spChg chg="mod">
          <ac:chgData name="Jack Forden" userId="097e3a7e-cd5c-474a-95f0-a72dc440bf11" providerId="ADAL" clId="{00138138-825D-5C8E-9D8E-7174C4A083C4}" dt="2025-09-06T20:54:02.526" v="13150" actId="27636"/>
          <ac:spMkLst>
            <pc:docMk/>
            <pc:sldMk cId="3125721030" sldId="345"/>
            <ac:spMk id="2" creationId="{E79BD83C-E64C-A63C-2A7F-2D2ADC23FAF9}"/>
          </ac:spMkLst>
        </pc:spChg>
        <pc:picChg chg="add mod">
          <ac:chgData name="Jack Forden" userId="097e3a7e-cd5c-474a-95f0-a72dc440bf11" providerId="ADAL" clId="{00138138-825D-5C8E-9D8E-7174C4A083C4}" dt="2025-09-06T20:54:12.286" v="13154" actId="1076"/>
          <ac:picMkLst>
            <pc:docMk/>
            <pc:sldMk cId="3125721030" sldId="345"/>
            <ac:picMk id="4" creationId="{510BADD9-52AD-3FD4-2693-2C0A800BF563}"/>
          </ac:picMkLst>
        </pc:picChg>
      </pc:sldChg>
      <pc:sldChg chg="modSp new mod modNotesTx">
        <pc:chgData name="Jack Forden" userId="097e3a7e-cd5c-474a-95f0-a72dc440bf11" providerId="ADAL" clId="{00138138-825D-5C8E-9D8E-7174C4A083C4}" dt="2025-09-08T18:02:30.193" v="22249" actId="20577"/>
        <pc:sldMkLst>
          <pc:docMk/>
          <pc:sldMk cId="1423477414" sldId="346"/>
        </pc:sldMkLst>
        <pc:spChg chg="mod">
          <ac:chgData name="Jack Forden" userId="097e3a7e-cd5c-474a-95f0-a72dc440bf11" providerId="ADAL" clId="{00138138-825D-5C8E-9D8E-7174C4A083C4}" dt="2025-09-06T22:42:51.529" v="13620" actId="20577"/>
          <ac:spMkLst>
            <pc:docMk/>
            <pc:sldMk cId="1423477414" sldId="346"/>
            <ac:spMk id="2" creationId="{A0FA3D4B-19C2-3CAC-A518-0CEA4D130D84}"/>
          </ac:spMkLst>
        </pc:spChg>
        <pc:spChg chg="mod">
          <ac:chgData name="Jack Forden" userId="097e3a7e-cd5c-474a-95f0-a72dc440bf11" providerId="ADAL" clId="{00138138-825D-5C8E-9D8E-7174C4A083C4}" dt="2025-09-06T22:43:02.869" v="13647" actId="20577"/>
          <ac:spMkLst>
            <pc:docMk/>
            <pc:sldMk cId="1423477414" sldId="346"/>
            <ac:spMk id="3" creationId="{48159D7B-900B-BDDD-3CC3-3700C65DF2E2}"/>
          </ac:spMkLst>
        </pc:spChg>
      </pc:sldChg>
      <pc:sldChg chg="addSp modSp new del mod ord">
        <pc:chgData name="Jack Forden" userId="097e3a7e-cd5c-474a-95f0-a72dc440bf11" providerId="ADAL" clId="{00138138-825D-5C8E-9D8E-7174C4A083C4}" dt="2025-09-07T01:25:04.417" v="18067" actId="2696"/>
        <pc:sldMkLst>
          <pc:docMk/>
          <pc:sldMk cId="64084514" sldId="347"/>
        </pc:sldMkLst>
      </pc:sldChg>
      <pc:sldChg chg="modSp add mod ord modNotesTx">
        <pc:chgData name="Jack Forden" userId="097e3a7e-cd5c-474a-95f0-a72dc440bf11" providerId="ADAL" clId="{00138138-825D-5C8E-9D8E-7174C4A083C4}" dt="2025-09-07T01:33:10.103" v="18546" actId="20577"/>
        <pc:sldMkLst>
          <pc:docMk/>
          <pc:sldMk cId="786302100" sldId="348"/>
        </pc:sldMkLst>
        <pc:spChg chg="mod">
          <ac:chgData name="Jack Forden" userId="097e3a7e-cd5c-474a-95f0-a72dc440bf11" providerId="ADAL" clId="{00138138-825D-5C8E-9D8E-7174C4A083C4}" dt="2025-09-06T23:50:28.977" v="14477" actId="20577"/>
          <ac:spMkLst>
            <pc:docMk/>
            <pc:sldMk cId="786302100" sldId="348"/>
            <ac:spMk id="2" creationId="{AEC623DB-6330-6418-F554-B41B2727F6E6}"/>
          </ac:spMkLst>
        </pc:spChg>
        <pc:spChg chg="mod">
          <ac:chgData name="Jack Forden" userId="097e3a7e-cd5c-474a-95f0-a72dc440bf11" providerId="ADAL" clId="{00138138-825D-5C8E-9D8E-7174C4A083C4}" dt="2025-09-07T01:33:10.103" v="18546" actId="20577"/>
          <ac:spMkLst>
            <pc:docMk/>
            <pc:sldMk cId="786302100" sldId="348"/>
            <ac:spMk id="3" creationId="{2C666862-568A-FA42-E1FD-B23F397FBD47}"/>
          </ac:spMkLst>
        </pc:spChg>
      </pc:sldChg>
      <pc:sldChg chg="modSp new mod ord modNotesTx">
        <pc:chgData name="Jack Forden" userId="097e3a7e-cd5c-474a-95f0-a72dc440bf11" providerId="ADAL" clId="{00138138-825D-5C8E-9D8E-7174C4A083C4}" dt="2025-09-09T22:30:31.864" v="22820" actId="20578"/>
        <pc:sldMkLst>
          <pc:docMk/>
          <pc:sldMk cId="1773494398" sldId="349"/>
        </pc:sldMkLst>
        <pc:spChg chg="mod">
          <ac:chgData name="Jack Forden" userId="097e3a7e-cd5c-474a-95f0-a72dc440bf11" providerId="ADAL" clId="{00138138-825D-5C8E-9D8E-7174C4A083C4}" dt="2025-09-07T00:14:59.690" v="15914" actId="20577"/>
          <ac:spMkLst>
            <pc:docMk/>
            <pc:sldMk cId="1773494398" sldId="349"/>
            <ac:spMk id="2" creationId="{C8F8DAA5-D5EA-AA22-23B3-6AB44CAE2C50}"/>
          </ac:spMkLst>
        </pc:spChg>
        <pc:spChg chg="mod">
          <ac:chgData name="Jack Forden" userId="097e3a7e-cd5c-474a-95f0-a72dc440bf11" providerId="ADAL" clId="{00138138-825D-5C8E-9D8E-7174C4A083C4}" dt="2025-09-07T04:25:22.409" v="21349" actId="20577"/>
          <ac:spMkLst>
            <pc:docMk/>
            <pc:sldMk cId="1773494398" sldId="349"/>
            <ac:spMk id="3" creationId="{3AFED981-429A-D0B2-08B9-F75E390FED60}"/>
          </ac:spMkLst>
        </pc:spChg>
      </pc:sldChg>
      <pc:sldChg chg="modSp new mod modNotesTx">
        <pc:chgData name="Jack Forden" userId="097e3a7e-cd5c-474a-95f0-a72dc440bf11" providerId="ADAL" clId="{00138138-825D-5C8E-9D8E-7174C4A083C4}" dt="2025-09-08T18:07:51.669" v="22627" actId="20577"/>
        <pc:sldMkLst>
          <pc:docMk/>
          <pc:sldMk cId="2051729064" sldId="350"/>
        </pc:sldMkLst>
        <pc:spChg chg="mod">
          <ac:chgData name="Jack Forden" userId="097e3a7e-cd5c-474a-95f0-a72dc440bf11" providerId="ADAL" clId="{00138138-825D-5C8E-9D8E-7174C4A083C4}" dt="2025-09-08T18:05:24.225" v="22329" actId="20577"/>
          <ac:spMkLst>
            <pc:docMk/>
            <pc:sldMk cId="2051729064" sldId="350"/>
            <ac:spMk id="2" creationId="{B9CDF459-E6C8-209F-434A-5FABE480D552}"/>
          </ac:spMkLst>
        </pc:spChg>
        <pc:spChg chg="mod">
          <ac:chgData name="Jack Forden" userId="097e3a7e-cd5c-474a-95f0-a72dc440bf11" providerId="ADAL" clId="{00138138-825D-5C8E-9D8E-7174C4A083C4}" dt="2025-09-08T18:03:25.837" v="22328" actId="20577"/>
          <ac:spMkLst>
            <pc:docMk/>
            <pc:sldMk cId="2051729064" sldId="350"/>
            <ac:spMk id="3" creationId="{712FECE7-C6EB-FFDA-A772-B3ED5806FBBF}"/>
          </ac:spMkLst>
        </pc:spChg>
      </pc:sldChg>
      <pc:sldChg chg="modSp new del mod ord">
        <pc:chgData name="Jack Forden" userId="097e3a7e-cd5c-474a-95f0-a72dc440bf11" providerId="ADAL" clId="{00138138-825D-5C8E-9D8E-7174C4A083C4}" dt="2025-09-07T00:53:03.366" v="17719" actId="2696"/>
        <pc:sldMkLst>
          <pc:docMk/>
          <pc:sldMk cId="1655195788" sldId="351"/>
        </pc:sldMkLst>
      </pc:sldChg>
      <pc:sldChg chg="modSp new mod ord modAnim modNotesTx">
        <pc:chgData name="Jack Forden" userId="097e3a7e-cd5c-474a-95f0-a72dc440bf11" providerId="ADAL" clId="{00138138-825D-5C8E-9D8E-7174C4A083C4}" dt="2025-09-10T18:15:37.182" v="22856" actId="20577"/>
        <pc:sldMkLst>
          <pc:docMk/>
          <pc:sldMk cId="614582709" sldId="352"/>
        </pc:sldMkLst>
        <pc:spChg chg="mod">
          <ac:chgData name="Jack Forden" userId="097e3a7e-cd5c-474a-95f0-a72dc440bf11" providerId="ADAL" clId="{00138138-825D-5C8E-9D8E-7174C4A083C4}" dt="2025-09-07T00:25:07.899" v="17091"/>
          <ac:spMkLst>
            <pc:docMk/>
            <pc:sldMk cId="614582709" sldId="352"/>
            <ac:spMk id="2" creationId="{DA50347F-E8E7-5817-693E-756740319760}"/>
          </ac:spMkLst>
        </pc:spChg>
        <pc:spChg chg="mod">
          <ac:chgData name="Jack Forden" userId="097e3a7e-cd5c-474a-95f0-a72dc440bf11" providerId="ADAL" clId="{00138138-825D-5C8E-9D8E-7174C4A083C4}" dt="2025-09-07T00:19:27.931" v="16359" actId="20577"/>
          <ac:spMkLst>
            <pc:docMk/>
            <pc:sldMk cId="614582709" sldId="352"/>
            <ac:spMk id="3" creationId="{A3F5DD6F-6535-BCB0-FA18-6FFAD7ED4626}"/>
          </ac:spMkLst>
        </pc:spChg>
      </pc:sldChg>
      <pc:sldChg chg="modSp new mod modAnim">
        <pc:chgData name="Jack Forden" userId="097e3a7e-cd5c-474a-95f0-a72dc440bf11" providerId="ADAL" clId="{00138138-825D-5C8E-9D8E-7174C4A083C4}" dt="2025-09-07T00:24:09.311" v="17059"/>
        <pc:sldMkLst>
          <pc:docMk/>
          <pc:sldMk cId="2369180852" sldId="353"/>
        </pc:sldMkLst>
        <pc:spChg chg="mod">
          <ac:chgData name="Jack Forden" userId="097e3a7e-cd5c-474a-95f0-a72dc440bf11" providerId="ADAL" clId="{00138138-825D-5C8E-9D8E-7174C4A083C4}" dt="2025-09-07T00:20:10.085" v="16378" actId="20577"/>
          <ac:spMkLst>
            <pc:docMk/>
            <pc:sldMk cId="2369180852" sldId="353"/>
            <ac:spMk id="2" creationId="{039FC16E-7CBA-6F74-5C59-7F6657BAADE6}"/>
          </ac:spMkLst>
        </pc:spChg>
        <pc:spChg chg="mod">
          <ac:chgData name="Jack Forden" userId="097e3a7e-cd5c-474a-95f0-a72dc440bf11" providerId="ADAL" clId="{00138138-825D-5C8E-9D8E-7174C4A083C4}" dt="2025-09-07T00:23:55.606" v="17057" actId="20577"/>
          <ac:spMkLst>
            <pc:docMk/>
            <pc:sldMk cId="2369180852" sldId="353"/>
            <ac:spMk id="3" creationId="{83BE0BEF-CF88-6172-8027-B73558B2720A}"/>
          </ac:spMkLst>
        </pc:spChg>
      </pc:sldChg>
      <pc:sldChg chg="modSp new mod modNotesTx">
        <pc:chgData name="Jack Forden" userId="097e3a7e-cd5c-474a-95f0-a72dc440bf11" providerId="ADAL" clId="{00138138-825D-5C8E-9D8E-7174C4A083C4}" dt="2025-09-07T00:29:36.866" v="17653" actId="20577"/>
        <pc:sldMkLst>
          <pc:docMk/>
          <pc:sldMk cId="4014152605" sldId="354"/>
        </pc:sldMkLst>
        <pc:spChg chg="mod">
          <ac:chgData name="Jack Forden" userId="097e3a7e-cd5c-474a-95f0-a72dc440bf11" providerId="ADAL" clId="{00138138-825D-5C8E-9D8E-7174C4A083C4}" dt="2025-09-07T00:27:10.778" v="17149" actId="20577"/>
          <ac:spMkLst>
            <pc:docMk/>
            <pc:sldMk cId="4014152605" sldId="354"/>
            <ac:spMk id="2" creationId="{7F16AE6C-8B50-CA03-02A1-03780676911D}"/>
          </ac:spMkLst>
        </pc:spChg>
        <pc:spChg chg="mod">
          <ac:chgData name="Jack Forden" userId="097e3a7e-cd5c-474a-95f0-a72dc440bf11" providerId="ADAL" clId="{00138138-825D-5C8E-9D8E-7174C4A083C4}" dt="2025-09-07T00:29:34.720" v="17643" actId="15"/>
          <ac:spMkLst>
            <pc:docMk/>
            <pc:sldMk cId="4014152605" sldId="354"/>
            <ac:spMk id="3" creationId="{6633DDCA-459F-8077-41C7-0F3B52E44819}"/>
          </ac:spMkLst>
        </pc:spChg>
      </pc:sldChg>
      <pc:sldChg chg="addSp modSp new mod modNotesTx">
        <pc:chgData name="Jack Forden" userId="097e3a7e-cd5c-474a-95f0-a72dc440bf11" providerId="ADAL" clId="{00138138-825D-5C8E-9D8E-7174C4A083C4}" dt="2025-09-07T01:29:04.603" v="18254" actId="20577"/>
        <pc:sldMkLst>
          <pc:docMk/>
          <pc:sldMk cId="3753018312" sldId="355"/>
        </pc:sldMkLst>
        <pc:spChg chg="mod">
          <ac:chgData name="Jack Forden" userId="097e3a7e-cd5c-474a-95f0-a72dc440bf11" providerId="ADAL" clId="{00138138-825D-5C8E-9D8E-7174C4A083C4}" dt="2025-09-07T01:23:52.186" v="18065" actId="20577"/>
          <ac:spMkLst>
            <pc:docMk/>
            <pc:sldMk cId="3753018312" sldId="355"/>
            <ac:spMk id="2" creationId="{85589357-7C8A-75E0-D28D-F83BE8E344B8}"/>
          </ac:spMkLst>
        </pc:spChg>
        <pc:spChg chg="mod">
          <ac:chgData name="Jack Forden" userId="097e3a7e-cd5c-474a-95f0-a72dc440bf11" providerId="ADAL" clId="{00138138-825D-5C8E-9D8E-7174C4A083C4}" dt="2025-09-07T01:28:56.259" v="18251" actId="313"/>
          <ac:spMkLst>
            <pc:docMk/>
            <pc:sldMk cId="3753018312" sldId="355"/>
            <ac:spMk id="3" creationId="{F7107F1F-25AE-997D-4739-36012C6CE41B}"/>
          </ac:spMkLst>
        </pc:spChg>
        <pc:picChg chg="add mod">
          <ac:chgData name="Jack Forden" userId="097e3a7e-cd5c-474a-95f0-a72dc440bf11" providerId="ADAL" clId="{00138138-825D-5C8E-9D8E-7174C4A083C4}" dt="2025-09-07T01:29:01.049" v="18253" actId="14100"/>
          <ac:picMkLst>
            <pc:docMk/>
            <pc:sldMk cId="3753018312" sldId="355"/>
            <ac:picMk id="4" creationId="{F9DA9452-C682-9BCE-311F-5C2E04F89814}"/>
          </ac:picMkLst>
        </pc:picChg>
      </pc:sldChg>
      <pc:sldChg chg="modSp add mod">
        <pc:chgData name="Jack Forden" userId="097e3a7e-cd5c-474a-95f0-a72dc440bf11" providerId="ADAL" clId="{00138138-825D-5C8E-9D8E-7174C4A083C4}" dt="2025-09-07T03:57:49.543" v="20860" actId="20577"/>
        <pc:sldMkLst>
          <pc:docMk/>
          <pc:sldMk cId="3914842330" sldId="356"/>
        </pc:sldMkLst>
        <pc:spChg chg="mod">
          <ac:chgData name="Jack Forden" userId="097e3a7e-cd5c-474a-95f0-a72dc440bf11" providerId="ADAL" clId="{00138138-825D-5C8E-9D8E-7174C4A083C4}" dt="2025-09-07T03:57:49.543" v="20860" actId="20577"/>
          <ac:spMkLst>
            <pc:docMk/>
            <pc:sldMk cId="3914842330" sldId="356"/>
            <ac:spMk id="2" creationId="{95A6C766-D4BA-804F-0CC7-B3F2001496CF}"/>
          </ac:spMkLst>
        </pc:spChg>
      </pc:sldChg>
      <pc:sldChg chg="modSp new mod">
        <pc:chgData name="Jack Forden" userId="097e3a7e-cd5c-474a-95f0-a72dc440bf11" providerId="ADAL" clId="{00138138-825D-5C8E-9D8E-7174C4A083C4}" dt="2025-09-07T01:58:23.282" v="20081" actId="20577"/>
        <pc:sldMkLst>
          <pc:docMk/>
          <pc:sldMk cId="271570173" sldId="357"/>
        </pc:sldMkLst>
        <pc:spChg chg="mod">
          <ac:chgData name="Jack Forden" userId="097e3a7e-cd5c-474a-95f0-a72dc440bf11" providerId="ADAL" clId="{00138138-825D-5C8E-9D8E-7174C4A083C4}" dt="2025-09-07T01:35:30.700" v="18552" actId="20577"/>
          <ac:spMkLst>
            <pc:docMk/>
            <pc:sldMk cId="271570173" sldId="357"/>
            <ac:spMk id="2" creationId="{0295854C-A307-1FB1-1713-C3FC37FE0B6C}"/>
          </ac:spMkLst>
        </pc:spChg>
        <pc:spChg chg="mod">
          <ac:chgData name="Jack Forden" userId="097e3a7e-cd5c-474a-95f0-a72dc440bf11" providerId="ADAL" clId="{00138138-825D-5C8E-9D8E-7174C4A083C4}" dt="2025-09-07T01:58:23.282" v="20081" actId="20577"/>
          <ac:spMkLst>
            <pc:docMk/>
            <pc:sldMk cId="271570173" sldId="357"/>
            <ac:spMk id="3" creationId="{0C90B132-87B3-3D6A-089B-DFA583B563D6}"/>
          </ac:spMkLst>
        </pc:spChg>
      </pc:sldChg>
      <pc:sldChg chg="modSp new mod">
        <pc:chgData name="Jack Forden" userId="097e3a7e-cd5c-474a-95f0-a72dc440bf11" providerId="ADAL" clId="{00138138-825D-5C8E-9D8E-7174C4A083C4}" dt="2025-09-07T01:37:51.126" v="18682" actId="20577"/>
        <pc:sldMkLst>
          <pc:docMk/>
          <pc:sldMk cId="3643784630" sldId="358"/>
        </pc:sldMkLst>
        <pc:spChg chg="mod">
          <ac:chgData name="Jack Forden" userId="097e3a7e-cd5c-474a-95f0-a72dc440bf11" providerId="ADAL" clId="{00138138-825D-5C8E-9D8E-7174C4A083C4}" dt="2025-09-07T01:36:55.495" v="18586" actId="57"/>
          <ac:spMkLst>
            <pc:docMk/>
            <pc:sldMk cId="3643784630" sldId="358"/>
            <ac:spMk id="2" creationId="{8C2DA169-4089-E651-9E8A-5CCC60C76878}"/>
          </ac:spMkLst>
        </pc:spChg>
        <pc:spChg chg="mod">
          <ac:chgData name="Jack Forden" userId="097e3a7e-cd5c-474a-95f0-a72dc440bf11" providerId="ADAL" clId="{00138138-825D-5C8E-9D8E-7174C4A083C4}" dt="2025-09-07T01:37:51.126" v="18682" actId="20577"/>
          <ac:spMkLst>
            <pc:docMk/>
            <pc:sldMk cId="3643784630" sldId="358"/>
            <ac:spMk id="3" creationId="{C1C65699-0817-18DD-136F-11777A8D35B6}"/>
          </ac:spMkLst>
        </pc:spChg>
      </pc:sldChg>
      <pc:sldChg chg="modSp new mod">
        <pc:chgData name="Jack Forden" userId="097e3a7e-cd5c-474a-95f0-a72dc440bf11" providerId="ADAL" clId="{00138138-825D-5C8E-9D8E-7174C4A083C4}" dt="2025-09-07T01:40:06.758" v="18915" actId="20577"/>
        <pc:sldMkLst>
          <pc:docMk/>
          <pc:sldMk cId="1871902269" sldId="359"/>
        </pc:sldMkLst>
        <pc:spChg chg="mod">
          <ac:chgData name="Jack Forden" userId="097e3a7e-cd5c-474a-95f0-a72dc440bf11" providerId="ADAL" clId="{00138138-825D-5C8E-9D8E-7174C4A083C4}" dt="2025-09-07T01:38:32.870" v="18720" actId="20577"/>
          <ac:spMkLst>
            <pc:docMk/>
            <pc:sldMk cId="1871902269" sldId="359"/>
            <ac:spMk id="2" creationId="{9D7E22F0-63FA-6303-C7A1-A5434C732E45}"/>
          </ac:spMkLst>
        </pc:spChg>
        <pc:spChg chg="mod">
          <ac:chgData name="Jack Forden" userId="097e3a7e-cd5c-474a-95f0-a72dc440bf11" providerId="ADAL" clId="{00138138-825D-5C8E-9D8E-7174C4A083C4}" dt="2025-09-07T01:40:06.758" v="18915" actId="20577"/>
          <ac:spMkLst>
            <pc:docMk/>
            <pc:sldMk cId="1871902269" sldId="359"/>
            <ac:spMk id="3" creationId="{82C534B5-6708-9D63-7390-7D93C9C9C915}"/>
          </ac:spMkLst>
        </pc:spChg>
      </pc:sldChg>
      <pc:sldChg chg="modSp new mod modAnim">
        <pc:chgData name="Jack Forden" userId="097e3a7e-cd5c-474a-95f0-a72dc440bf11" providerId="ADAL" clId="{00138138-825D-5C8E-9D8E-7174C4A083C4}" dt="2025-09-07T01:47:35.283" v="19397"/>
        <pc:sldMkLst>
          <pc:docMk/>
          <pc:sldMk cId="2369676104" sldId="360"/>
        </pc:sldMkLst>
        <pc:spChg chg="mod">
          <ac:chgData name="Jack Forden" userId="097e3a7e-cd5c-474a-95f0-a72dc440bf11" providerId="ADAL" clId="{00138138-825D-5C8E-9D8E-7174C4A083C4}" dt="2025-09-07T01:43:37.450" v="18932" actId="20577"/>
          <ac:spMkLst>
            <pc:docMk/>
            <pc:sldMk cId="2369676104" sldId="360"/>
            <ac:spMk id="2" creationId="{645AE47C-E5CC-193D-D56B-7313C311981F}"/>
          </ac:spMkLst>
        </pc:spChg>
        <pc:spChg chg="mod">
          <ac:chgData name="Jack Forden" userId="097e3a7e-cd5c-474a-95f0-a72dc440bf11" providerId="ADAL" clId="{00138138-825D-5C8E-9D8E-7174C4A083C4}" dt="2025-09-07T01:47:24.449" v="19396" actId="20577"/>
          <ac:spMkLst>
            <pc:docMk/>
            <pc:sldMk cId="2369676104" sldId="360"/>
            <ac:spMk id="3" creationId="{8A36E188-2EB1-15F3-87B1-A5211929FD69}"/>
          </ac:spMkLst>
        </pc:spChg>
      </pc:sldChg>
      <pc:sldChg chg="modSp new mod modAnim">
        <pc:chgData name="Jack Forden" userId="097e3a7e-cd5c-474a-95f0-a72dc440bf11" providerId="ADAL" clId="{00138138-825D-5C8E-9D8E-7174C4A083C4}" dt="2025-09-07T01:57:48.705" v="20052" actId="20577"/>
        <pc:sldMkLst>
          <pc:docMk/>
          <pc:sldMk cId="556019368" sldId="361"/>
        </pc:sldMkLst>
      </pc:sldChg>
      <pc:sldChg chg="modSp new add del mod">
        <pc:chgData name="Jack Forden" userId="097e3a7e-cd5c-474a-95f0-a72dc440bf11" providerId="ADAL" clId="{00138138-825D-5C8E-9D8E-7174C4A083C4}" dt="2025-09-07T01:51:59.413" v="19402" actId="2696"/>
        <pc:sldMkLst>
          <pc:docMk/>
          <pc:sldMk cId="1040977170" sldId="361"/>
        </pc:sldMkLst>
      </pc:sldChg>
      <pc:sldChg chg="modSp new del mod">
        <pc:chgData name="Jack Forden" userId="097e3a7e-cd5c-474a-95f0-a72dc440bf11" providerId="ADAL" clId="{00138138-825D-5C8E-9D8E-7174C4A083C4}" dt="2025-09-09T22:29:18.651" v="22812" actId="2696"/>
        <pc:sldMkLst>
          <pc:docMk/>
          <pc:sldMk cId="1160221616" sldId="362"/>
        </pc:sldMkLst>
      </pc:sldChg>
      <pc:sldChg chg="new del">
        <pc:chgData name="Jack Forden" userId="097e3a7e-cd5c-474a-95f0-a72dc440bf11" providerId="ADAL" clId="{00138138-825D-5C8E-9D8E-7174C4A083C4}" dt="2025-09-09T22:27:51.341" v="22809" actId="2696"/>
        <pc:sldMkLst>
          <pc:docMk/>
          <pc:sldMk cId="1268094268" sldId="363"/>
        </pc:sldMkLst>
      </pc:sldChg>
      <pc:sldChg chg="modSp new mod ord">
        <pc:chgData name="Jack Forden" userId="097e3a7e-cd5c-474a-95f0-a72dc440bf11" providerId="ADAL" clId="{00138138-825D-5C8E-9D8E-7174C4A083C4}" dt="2025-09-09T22:29:42.967" v="22813" actId="20578"/>
        <pc:sldMkLst>
          <pc:docMk/>
          <pc:sldMk cId="1391890635" sldId="364"/>
        </pc:sldMkLst>
        <pc:spChg chg="mod">
          <ac:chgData name="Jack Forden" userId="097e3a7e-cd5c-474a-95f0-a72dc440bf11" providerId="ADAL" clId="{00138138-825D-5C8E-9D8E-7174C4A083C4}" dt="2025-09-09T22:27:46.787" v="22808" actId="20577"/>
          <ac:spMkLst>
            <pc:docMk/>
            <pc:sldMk cId="1391890635" sldId="364"/>
            <ac:spMk id="2" creationId="{4070B170-8962-E494-C47D-163920E017F1}"/>
          </ac:spMkLst>
        </pc:spChg>
      </pc:sldChg>
      <pc:sldChg chg="add ord">
        <pc:chgData name="Jack Forden" userId="097e3a7e-cd5c-474a-95f0-a72dc440bf11" providerId="ADAL" clId="{00138138-825D-5C8E-9D8E-7174C4A083C4}" dt="2025-09-09T22:29:45.397" v="22814" actId="20578"/>
        <pc:sldMkLst>
          <pc:docMk/>
          <pc:sldMk cId="3349035478" sldId="365"/>
        </pc:sldMkLst>
      </pc:sldChg>
      <pc:sldChg chg="modSp mod">
        <pc:chgData name="Jack Forden" userId="097e3a7e-cd5c-474a-95f0-a72dc440bf11" providerId="ADAL" clId="{00138138-825D-5C8E-9D8E-7174C4A083C4}" dt="2025-09-10T18:17:29.460" v="22858" actId="27636"/>
        <pc:sldMkLst>
          <pc:docMk/>
          <pc:sldMk cId="3323465678" sldId="367"/>
        </pc:sldMkLst>
        <pc:spChg chg="mod">
          <ac:chgData name="Jack Forden" userId="097e3a7e-cd5c-474a-95f0-a72dc440bf11" providerId="ADAL" clId="{00138138-825D-5C8E-9D8E-7174C4A083C4}" dt="2025-09-10T18:17:29.460" v="22858" actId="27636"/>
          <ac:spMkLst>
            <pc:docMk/>
            <pc:sldMk cId="3323465678" sldId="367"/>
            <ac:spMk id="2" creationId="{6A92DC7A-78AA-5911-BD7C-03263CFA51C2}"/>
          </ac:spMkLst>
        </pc:spChg>
      </pc:sldChg>
      <pc:sldChg chg="modNotesTx">
        <pc:chgData name="Jack Forden" userId="097e3a7e-cd5c-474a-95f0-a72dc440bf11" providerId="ADAL" clId="{00138138-825D-5C8E-9D8E-7174C4A083C4}" dt="2025-09-05T18:32:53.717" v="618" actId="20577"/>
        <pc:sldMkLst>
          <pc:docMk/>
          <pc:sldMk cId="2659972500" sldId="370"/>
        </pc:sldMkLst>
      </pc:sldChg>
      <pc:sldChg chg="modNotesTx">
        <pc:chgData name="Jack Forden" userId="097e3a7e-cd5c-474a-95f0-a72dc440bf11" providerId="ADAL" clId="{00138138-825D-5C8E-9D8E-7174C4A083C4}" dt="2025-09-05T18:48:38.348" v="1085" actId="20577"/>
        <pc:sldMkLst>
          <pc:docMk/>
          <pc:sldMk cId="3721071515" sldId="370"/>
        </pc:sldMkLst>
      </pc:sldChg>
      <pc:sldChg chg="addSp modSp mod modNotes">
        <pc:chgData name="Jack Forden" userId="097e3a7e-cd5c-474a-95f0-a72dc440bf11" providerId="ADAL" clId="{00138138-825D-5C8E-9D8E-7174C4A083C4}" dt="2025-09-05T18:31:03.970" v="281" actId="1076"/>
        <pc:sldMkLst>
          <pc:docMk/>
          <pc:sldMk cId="2530778376" sldId="372"/>
        </pc:sldMkLst>
        <pc:picChg chg="add mod">
          <ac:chgData name="Jack Forden" userId="097e3a7e-cd5c-474a-95f0-a72dc440bf11" providerId="ADAL" clId="{00138138-825D-5C8E-9D8E-7174C4A083C4}" dt="2025-09-05T18:31:03.970" v="281" actId="1076"/>
          <ac:picMkLst>
            <pc:docMk/>
            <pc:sldMk cId="2530778376" sldId="372"/>
            <ac:picMk id="4" creationId="{3A99B92A-AA9B-CC98-F8B3-631C46E81C41}"/>
          </ac:picMkLst>
        </pc:picChg>
      </pc:sldChg>
      <pc:sldChg chg="modNotesTx">
        <pc:chgData name="Jack Forden" userId="097e3a7e-cd5c-474a-95f0-a72dc440bf11" providerId="ADAL" clId="{00138138-825D-5C8E-9D8E-7174C4A083C4}" dt="2025-09-05T18:47:11.775" v="938" actId="20577"/>
        <pc:sldMkLst>
          <pc:docMk/>
          <pc:sldMk cId="2949127206" sldId="373"/>
        </pc:sldMkLst>
      </pc:sldChg>
      <pc:sldChg chg="modNotesTx">
        <pc:chgData name="Jack Forden" userId="097e3a7e-cd5c-474a-95f0-a72dc440bf11" providerId="ADAL" clId="{00138138-825D-5C8E-9D8E-7174C4A083C4}" dt="2025-09-05T18:48:06.951" v="972" actId="20577"/>
        <pc:sldMkLst>
          <pc:docMk/>
          <pc:sldMk cId="3430585522" sldId="374"/>
        </pc:sldMkLst>
      </pc:sldChg>
    </pc:docChg>
  </pc:docChgLst>
  <pc:docChgLst>
    <pc:chgData name="Jack Forden" userId="097e3a7e-cd5c-474a-95f0-a72dc440bf11" providerId="ADAL" clId="{F8AA548B-CCCC-454C-A95E-7A5970005DD4}"/>
    <pc:docChg chg="undo custSel addSld delSld modSld sldOrd">
      <pc:chgData name="Jack Forden" userId="097e3a7e-cd5c-474a-95f0-a72dc440bf11" providerId="ADAL" clId="{F8AA548B-CCCC-454C-A95E-7A5970005DD4}" dt="2025-08-07T16:00:59.598" v="6687" actId="20577"/>
      <pc:docMkLst>
        <pc:docMk/>
      </pc:docMkLst>
      <pc:sldChg chg="modSp mod">
        <pc:chgData name="Jack Forden" userId="097e3a7e-cd5c-474a-95f0-a72dc440bf11" providerId="ADAL" clId="{F8AA548B-CCCC-454C-A95E-7A5970005DD4}" dt="2025-07-18T19:37:13.462" v="4245" actId="20577"/>
        <pc:sldMkLst>
          <pc:docMk/>
          <pc:sldMk cId="0" sldId="260"/>
        </pc:sldMkLst>
      </pc:sldChg>
      <pc:sldChg chg="addSp delSp modSp mod modClrScheme chgLayout">
        <pc:chgData name="Jack Forden" userId="097e3a7e-cd5c-474a-95f0-a72dc440bf11" providerId="ADAL" clId="{F8AA548B-CCCC-454C-A95E-7A5970005DD4}" dt="2025-07-18T19:14:15.433" v="2528" actId="26606"/>
        <pc:sldMkLst>
          <pc:docMk/>
          <pc:sldMk cId="2166174202" sldId="306"/>
        </pc:sldMkLst>
      </pc:sldChg>
      <pc:sldChg chg="addSp modSp mod">
        <pc:chgData name="Jack Forden" userId="097e3a7e-cd5c-474a-95f0-a72dc440bf11" providerId="ADAL" clId="{F8AA548B-CCCC-454C-A95E-7A5970005DD4}" dt="2025-07-18T17:40:51.055" v="4" actId="1076"/>
        <pc:sldMkLst>
          <pc:docMk/>
          <pc:sldMk cId="347232797" sldId="311"/>
        </pc:sldMkLst>
      </pc:sldChg>
      <pc:sldChg chg="addSp modSp mod modClrScheme chgLayout">
        <pc:chgData name="Jack Forden" userId="097e3a7e-cd5c-474a-95f0-a72dc440bf11" providerId="ADAL" clId="{F8AA548B-CCCC-454C-A95E-7A5970005DD4}" dt="2025-07-18T19:13:54.821" v="2526" actId="26606"/>
        <pc:sldMkLst>
          <pc:docMk/>
          <pc:sldMk cId="3416142602" sldId="312"/>
        </pc:sldMkLst>
      </pc:sldChg>
      <pc:sldChg chg="addSp modSp mod modClrScheme chgLayout">
        <pc:chgData name="Jack Forden" userId="097e3a7e-cd5c-474a-95f0-a72dc440bf11" providerId="ADAL" clId="{F8AA548B-CCCC-454C-A95E-7A5970005DD4}" dt="2025-07-18T19:13:48.696" v="2525" actId="26606"/>
        <pc:sldMkLst>
          <pc:docMk/>
          <pc:sldMk cId="853138601" sldId="313"/>
        </pc:sldMkLst>
      </pc:sldChg>
      <pc:sldChg chg="addSp modSp new mod modNotesTx">
        <pc:chgData name="Jack Forden" userId="097e3a7e-cd5c-474a-95f0-a72dc440bf11" providerId="ADAL" clId="{F8AA548B-CCCC-454C-A95E-7A5970005DD4}" dt="2025-07-18T19:02:50.466" v="1696" actId="1076"/>
        <pc:sldMkLst>
          <pc:docMk/>
          <pc:sldMk cId="3035698119" sldId="314"/>
        </pc:sldMkLst>
      </pc:sldChg>
      <pc:sldChg chg="addSp modSp new mod modNotesTx">
        <pc:chgData name="Jack Forden" userId="097e3a7e-cd5c-474a-95f0-a72dc440bf11" providerId="ADAL" clId="{F8AA548B-CCCC-454C-A95E-7A5970005DD4}" dt="2025-07-18T18:09:58.202" v="1527" actId="20577"/>
        <pc:sldMkLst>
          <pc:docMk/>
          <pc:sldMk cId="2391026567" sldId="315"/>
        </pc:sldMkLst>
      </pc:sldChg>
      <pc:sldChg chg="modSp new mod modNotesTx">
        <pc:chgData name="Jack Forden" userId="097e3a7e-cd5c-474a-95f0-a72dc440bf11" providerId="ADAL" clId="{F8AA548B-CCCC-454C-A95E-7A5970005DD4}" dt="2025-07-18T19:05:28.534" v="2155" actId="20577"/>
        <pc:sldMkLst>
          <pc:docMk/>
          <pc:sldMk cId="2408002425" sldId="316"/>
        </pc:sldMkLst>
      </pc:sldChg>
      <pc:sldChg chg="modSp new del mod">
        <pc:chgData name="Jack Forden" userId="097e3a7e-cd5c-474a-95f0-a72dc440bf11" providerId="ADAL" clId="{F8AA548B-CCCC-454C-A95E-7A5970005DD4}" dt="2025-07-18T18:36:07.773" v="1567" actId="47"/>
        <pc:sldMkLst>
          <pc:docMk/>
          <pc:sldMk cId="4266842997" sldId="316"/>
        </pc:sldMkLst>
      </pc:sldChg>
      <pc:sldChg chg="new del">
        <pc:chgData name="Jack Forden" userId="097e3a7e-cd5c-474a-95f0-a72dc440bf11" providerId="ADAL" clId="{F8AA548B-CCCC-454C-A95E-7A5970005DD4}" dt="2025-07-18T19:07:45.156" v="2182" actId="47"/>
        <pc:sldMkLst>
          <pc:docMk/>
          <pc:sldMk cId="34850869" sldId="317"/>
        </pc:sldMkLst>
      </pc:sldChg>
      <pc:sldChg chg="modSp new del mod">
        <pc:chgData name="Jack Forden" userId="097e3a7e-cd5c-474a-95f0-a72dc440bf11" providerId="ADAL" clId="{F8AA548B-CCCC-454C-A95E-7A5970005DD4}" dt="2025-07-18T19:15:28.170" v="2533" actId="47"/>
        <pc:sldMkLst>
          <pc:docMk/>
          <pc:sldMk cId="1527534868" sldId="317"/>
        </pc:sldMkLst>
      </pc:sldChg>
      <pc:sldChg chg="modSp new del mod">
        <pc:chgData name="Jack Forden" userId="097e3a7e-cd5c-474a-95f0-a72dc440bf11" providerId="ADAL" clId="{F8AA548B-CCCC-454C-A95E-7A5970005DD4}" dt="2025-07-18T19:06:28.464" v="2180" actId="47"/>
        <pc:sldMkLst>
          <pc:docMk/>
          <pc:sldMk cId="3534983549" sldId="317"/>
        </pc:sldMkLst>
      </pc:sldChg>
      <pc:sldChg chg="modSp new mod ord modNotesTx">
        <pc:chgData name="Jack Forden" userId="097e3a7e-cd5c-474a-95f0-a72dc440bf11" providerId="ADAL" clId="{F8AA548B-CCCC-454C-A95E-7A5970005DD4}" dt="2025-07-18T19:15:10.807" v="2530"/>
        <pc:sldMkLst>
          <pc:docMk/>
          <pc:sldMk cId="3052180803" sldId="318"/>
        </pc:sldMkLst>
      </pc:sldChg>
      <pc:sldChg chg="addSp modSp new mod ord modClrScheme chgLayout">
        <pc:chgData name="Jack Forden" userId="097e3a7e-cd5c-474a-95f0-a72dc440bf11" providerId="ADAL" clId="{F8AA548B-CCCC-454C-A95E-7A5970005DD4}" dt="2025-07-18T19:15:23.642" v="2532"/>
        <pc:sldMkLst>
          <pc:docMk/>
          <pc:sldMk cId="3186358252" sldId="319"/>
        </pc:sldMkLst>
      </pc:sldChg>
      <pc:sldChg chg="modSp new mod">
        <pc:chgData name="Jack Forden" userId="097e3a7e-cd5c-474a-95f0-a72dc440bf11" providerId="ADAL" clId="{F8AA548B-CCCC-454C-A95E-7A5970005DD4}" dt="2025-07-18T19:15:55.789" v="2568" actId="20577"/>
        <pc:sldMkLst>
          <pc:docMk/>
          <pc:sldMk cId="1659938930" sldId="320"/>
        </pc:sldMkLst>
      </pc:sldChg>
      <pc:sldChg chg="new del">
        <pc:chgData name="Jack Forden" userId="097e3a7e-cd5c-474a-95f0-a72dc440bf11" providerId="ADAL" clId="{F8AA548B-CCCC-454C-A95E-7A5970005DD4}" dt="2025-07-18T19:16:09.135" v="2570" actId="47"/>
        <pc:sldMkLst>
          <pc:docMk/>
          <pc:sldMk cId="3079190993" sldId="321"/>
        </pc:sldMkLst>
      </pc:sldChg>
      <pc:sldChg chg="modSp new mod modNotesTx">
        <pc:chgData name="Jack Forden" userId="097e3a7e-cd5c-474a-95f0-a72dc440bf11" providerId="ADAL" clId="{F8AA548B-CCCC-454C-A95E-7A5970005DD4}" dt="2025-07-18T19:44:14.840" v="4696" actId="20577"/>
        <pc:sldMkLst>
          <pc:docMk/>
          <pc:sldMk cId="3351675367" sldId="321"/>
        </pc:sldMkLst>
      </pc:sldChg>
      <pc:sldChg chg="modSp new mod modNotesTx">
        <pc:chgData name="Jack Forden" userId="097e3a7e-cd5c-474a-95f0-a72dc440bf11" providerId="ADAL" clId="{F8AA548B-CCCC-454C-A95E-7A5970005DD4}" dt="2025-07-18T19:26:11.664" v="3445" actId="20577"/>
        <pc:sldMkLst>
          <pc:docMk/>
          <pc:sldMk cId="3567936313" sldId="322"/>
        </pc:sldMkLst>
      </pc:sldChg>
      <pc:sldChg chg="modSp new mod modNotesTx">
        <pc:chgData name="Jack Forden" userId="097e3a7e-cd5c-474a-95f0-a72dc440bf11" providerId="ADAL" clId="{F8AA548B-CCCC-454C-A95E-7A5970005DD4}" dt="2025-07-18T19:33:01.674" v="4211" actId="20577"/>
        <pc:sldMkLst>
          <pc:docMk/>
          <pc:sldMk cId="855130164" sldId="323"/>
        </pc:sldMkLst>
      </pc:sldChg>
      <pc:sldChg chg="addSp modSp new mod modNotesTx">
        <pc:chgData name="Jack Forden" userId="097e3a7e-cd5c-474a-95f0-a72dc440bf11" providerId="ADAL" clId="{F8AA548B-CCCC-454C-A95E-7A5970005DD4}" dt="2025-07-18T19:49:44.642" v="5000" actId="20577"/>
        <pc:sldMkLst>
          <pc:docMk/>
          <pc:sldMk cId="4000908134" sldId="324"/>
        </pc:sldMkLst>
      </pc:sldChg>
      <pc:sldChg chg="modSp new mod">
        <pc:chgData name="Jack Forden" userId="097e3a7e-cd5c-474a-95f0-a72dc440bf11" providerId="ADAL" clId="{F8AA548B-CCCC-454C-A95E-7A5970005DD4}" dt="2025-07-18T20:00:34.374" v="5669" actId="20577"/>
        <pc:sldMkLst>
          <pc:docMk/>
          <pc:sldMk cId="2266132323" sldId="325"/>
        </pc:sldMkLst>
      </pc:sldChg>
      <pc:sldChg chg="modSp new mod">
        <pc:chgData name="Jack Forden" userId="097e3a7e-cd5c-474a-95f0-a72dc440bf11" providerId="ADAL" clId="{F8AA548B-CCCC-454C-A95E-7A5970005DD4}" dt="2025-07-18T20:01:07.737" v="5687" actId="20577"/>
        <pc:sldMkLst>
          <pc:docMk/>
          <pc:sldMk cId="4198654589" sldId="326"/>
        </pc:sldMkLst>
      </pc:sldChg>
      <pc:sldChg chg="addSp delSp modSp new mod">
        <pc:chgData name="Jack Forden" userId="097e3a7e-cd5c-474a-95f0-a72dc440bf11" providerId="ADAL" clId="{F8AA548B-CCCC-454C-A95E-7A5970005DD4}" dt="2025-08-07T15:47:26.610" v="6617" actId="22"/>
        <pc:sldMkLst>
          <pc:docMk/>
          <pc:sldMk cId="2357178150" sldId="327"/>
        </pc:sldMkLst>
      </pc:sldChg>
      <pc:sldChg chg="modSp new mod">
        <pc:chgData name="Jack Forden" userId="097e3a7e-cd5c-474a-95f0-a72dc440bf11" providerId="ADAL" clId="{F8AA548B-CCCC-454C-A95E-7A5970005DD4}" dt="2025-08-07T15:17:15.014" v="6608"/>
        <pc:sldMkLst>
          <pc:docMk/>
          <pc:sldMk cId="2798628390" sldId="328"/>
        </pc:sldMkLst>
      </pc:sldChg>
      <pc:sldChg chg="addSp delSp modSp new mod">
        <pc:chgData name="Jack Forden" userId="097e3a7e-cd5c-474a-95f0-a72dc440bf11" providerId="ADAL" clId="{F8AA548B-CCCC-454C-A95E-7A5970005DD4}" dt="2025-08-07T15:47:38.155" v="6619" actId="22"/>
        <pc:sldMkLst>
          <pc:docMk/>
          <pc:sldMk cId="782413009" sldId="329"/>
        </pc:sldMkLst>
      </pc:sldChg>
      <pc:sldChg chg="addSp modSp new mod modNotesTx">
        <pc:chgData name="Jack Forden" userId="097e3a7e-cd5c-474a-95f0-a72dc440bf11" providerId="ADAL" clId="{F8AA548B-CCCC-454C-A95E-7A5970005DD4}" dt="2025-08-07T16:00:59.598" v="6687" actId="20577"/>
        <pc:sldMkLst>
          <pc:docMk/>
          <pc:sldMk cId="3556418597" sldId="330"/>
        </pc:sldMkLst>
      </pc:sldChg>
      <pc:sldChg chg="modSp mod">
        <pc:chgData name="Jack Forden" userId="097e3a7e-cd5c-474a-95f0-a72dc440bf11" providerId="ADAL" clId="{F8AA548B-CCCC-454C-A95E-7A5970005DD4}" dt="2025-07-18T22:38:49.089" v="6589" actId="313"/>
        <pc:sldMkLst>
          <pc:docMk/>
          <pc:sldMk cId="1953419780" sldId="377"/>
        </pc:sldMkLst>
      </pc:sldChg>
    </pc:docChg>
  </pc:docChgLst>
  <pc:docChgLst>
    <pc:chgData name="Jack Forden" userId="S::jforden@carrollu.edu::097e3a7e-cd5c-474a-95f0-a72dc440bf11" providerId="AD" clId="Web-{B83546EB-D804-F6D1-D081-8369C9E42FC8}"/>
    <pc:docChg chg="addSld delSld modSld sldOrd">
      <pc:chgData name="Jack Forden" userId="S::jforden@carrollu.edu::097e3a7e-cd5c-474a-95f0-a72dc440bf11" providerId="AD" clId="Web-{B83546EB-D804-F6D1-D081-8369C9E42FC8}" dt="2025-09-10T04:49:36.063" v="842"/>
      <pc:docMkLst>
        <pc:docMk/>
      </pc:docMkLst>
      <pc:sldChg chg="modSp modNotes">
        <pc:chgData name="Jack Forden" userId="S::jforden@carrollu.edu::097e3a7e-cd5c-474a-95f0-a72dc440bf11" providerId="AD" clId="Web-{B83546EB-D804-F6D1-D081-8369C9E42FC8}" dt="2025-09-10T04:39:11.990" v="480"/>
        <pc:sldMkLst>
          <pc:docMk/>
          <pc:sldMk cId="2369676104" sldId="360"/>
        </pc:sldMkLst>
        <pc:spChg chg="mod">
          <ac:chgData name="Jack Forden" userId="S::jforden@carrollu.edu::097e3a7e-cd5c-474a-95f0-a72dc440bf11" providerId="AD" clId="Web-{B83546EB-D804-F6D1-D081-8369C9E42FC8}" dt="2025-09-10T04:32:55.307" v="2" actId="20577"/>
          <ac:spMkLst>
            <pc:docMk/>
            <pc:sldMk cId="2369676104" sldId="360"/>
            <ac:spMk id="3" creationId="{8A36E188-2EB1-15F3-87B1-A5211929FD69}"/>
          </ac:spMkLst>
        </pc:spChg>
      </pc:sldChg>
      <pc:sldChg chg="modSp del">
        <pc:chgData name="Jack Forden" userId="S::jforden@carrollu.edu::097e3a7e-cd5c-474a-95f0-a72dc440bf11" providerId="AD" clId="Web-{B83546EB-D804-F6D1-D081-8369C9E42FC8}" dt="2025-09-10T04:43:56.201" v="576"/>
        <pc:sldMkLst>
          <pc:docMk/>
          <pc:sldMk cId="556019368" sldId="361"/>
        </pc:sldMkLst>
        <pc:spChg chg="mod">
          <ac:chgData name="Jack Forden" userId="S::jforden@carrollu.edu::097e3a7e-cd5c-474a-95f0-a72dc440bf11" providerId="AD" clId="Web-{B83546EB-D804-F6D1-D081-8369C9E42FC8}" dt="2025-09-10T04:43:54.389" v="575" actId="20577"/>
          <ac:spMkLst>
            <pc:docMk/>
            <pc:sldMk cId="556019368" sldId="361"/>
            <ac:spMk id="3" creationId="{DE9B480E-90CA-FE38-58F4-779D3825A3A2}"/>
          </ac:spMkLst>
        </pc:spChg>
      </pc:sldChg>
      <pc:sldChg chg="modSp new addAnim modNotes">
        <pc:chgData name="Jack Forden" userId="S::jforden@carrollu.edu::097e3a7e-cd5c-474a-95f0-a72dc440bf11" providerId="AD" clId="Web-{B83546EB-D804-F6D1-D081-8369C9E42FC8}" dt="2025-09-10T04:44:01.764" v="577"/>
        <pc:sldMkLst>
          <pc:docMk/>
          <pc:sldMk cId="1778977429" sldId="366"/>
        </pc:sldMkLst>
        <pc:spChg chg="mod">
          <ac:chgData name="Jack Forden" userId="S::jforden@carrollu.edu::097e3a7e-cd5c-474a-95f0-a72dc440bf11" providerId="AD" clId="Web-{B83546EB-D804-F6D1-D081-8369C9E42FC8}" dt="2025-09-10T04:39:39.553" v="497" actId="20577"/>
          <ac:spMkLst>
            <pc:docMk/>
            <pc:sldMk cId="1778977429" sldId="366"/>
            <ac:spMk id="2" creationId="{67BA597B-475A-1935-911A-AD8F05DF3B96}"/>
          </ac:spMkLst>
        </pc:spChg>
        <pc:spChg chg="mod">
          <ac:chgData name="Jack Forden" userId="S::jforden@carrollu.edu::097e3a7e-cd5c-474a-95f0-a72dc440bf11" providerId="AD" clId="Web-{B83546EB-D804-F6D1-D081-8369C9E42FC8}" dt="2025-09-10T04:42:06.076" v="573" actId="20577"/>
          <ac:spMkLst>
            <pc:docMk/>
            <pc:sldMk cId="1778977429" sldId="366"/>
            <ac:spMk id="3" creationId="{4902E7AF-2DA0-2773-821B-30484308493A}"/>
          </ac:spMkLst>
        </pc:spChg>
      </pc:sldChg>
      <pc:sldChg chg="addSp delSp modSp new">
        <pc:chgData name="Jack Forden" userId="S::jforden@carrollu.edu::097e3a7e-cd5c-474a-95f0-a72dc440bf11" providerId="AD" clId="Web-{B83546EB-D804-F6D1-D081-8369C9E42FC8}" dt="2025-09-10T04:46:58.531" v="582"/>
        <pc:sldMkLst>
          <pc:docMk/>
          <pc:sldMk cId="3323465678" sldId="367"/>
        </pc:sldMkLst>
        <pc:spChg chg="add del mod">
          <ac:chgData name="Jack Forden" userId="S::jforden@carrollu.edu::097e3a7e-cd5c-474a-95f0-a72dc440bf11" providerId="AD" clId="Web-{B83546EB-D804-F6D1-D081-8369C9E42FC8}" dt="2025-09-10T04:46:58.531" v="582"/>
          <ac:spMkLst>
            <pc:docMk/>
            <pc:sldMk cId="3323465678" sldId="367"/>
            <ac:spMk id="4" creationId="{CB07C613-6C14-B297-F819-FC02DAE4A6C2}"/>
          </ac:spMkLst>
        </pc:spChg>
      </pc:sldChg>
      <pc:sldChg chg="add ord replId modNotes">
        <pc:chgData name="Jack Forden" userId="S::jforden@carrollu.edu::097e3a7e-cd5c-474a-95f0-a72dc440bf11" providerId="AD" clId="Web-{B83546EB-D804-F6D1-D081-8369C9E42FC8}" dt="2025-09-10T04:49:36.063" v="842"/>
        <pc:sldMkLst>
          <pc:docMk/>
          <pc:sldMk cId="1596164526" sldId="368"/>
        </pc:sldMkLst>
      </pc:sldChg>
    </pc:docChg>
  </pc:docChgLst>
  <pc:docChgLst>
    <pc:chgData name="Jack Forden" userId="097e3a7e-cd5c-474a-95f0-a72dc440bf11" providerId="ADAL" clId="{3CC19FDA-746B-460A-934D-2503411F8B70}"/>
    <pc:docChg chg="undo custSel delSld modSld delMainMaster">
      <pc:chgData name="Jack Forden" userId="097e3a7e-cd5c-474a-95f0-a72dc440bf11" providerId="ADAL" clId="{3CC19FDA-746B-460A-934D-2503411F8B70}" dt="2025-07-15T20:31:36.151" v="187" actId="47"/>
      <pc:docMkLst>
        <pc:docMk/>
      </pc:docMkLst>
      <pc:sldChg chg="modSp mod">
        <pc:chgData name="Jack Forden" userId="097e3a7e-cd5c-474a-95f0-a72dc440bf11" providerId="ADAL" clId="{3CC19FDA-746B-460A-934D-2503411F8B70}" dt="2025-07-15T20:28:57.863" v="149" actId="20577"/>
        <pc:sldMkLst>
          <pc:docMk/>
          <pc:sldMk cId="0" sldId="257"/>
        </pc:sldMkLst>
      </pc:sldChg>
      <pc:sldChg chg="modSp mod">
        <pc:chgData name="Jack Forden" userId="097e3a7e-cd5c-474a-95f0-a72dc440bf11" providerId="ADAL" clId="{3CC19FDA-746B-460A-934D-2503411F8B70}" dt="2025-07-15T20:30:29.106" v="159" actId="20577"/>
        <pc:sldMkLst>
          <pc:docMk/>
          <pc:sldMk cId="0" sldId="259"/>
        </pc:sldMkLst>
      </pc:sldChg>
      <pc:sldChg chg="del">
        <pc:chgData name="Jack Forden" userId="097e3a7e-cd5c-474a-95f0-a72dc440bf11" providerId="ADAL" clId="{3CC19FDA-746B-460A-934D-2503411F8B70}" dt="2025-07-15T20:31:10.272" v="160" actId="47"/>
        <pc:sldMkLst>
          <pc:docMk/>
          <pc:sldMk cId="0" sldId="262"/>
        </pc:sldMkLst>
      </pc:sldChg>
      <pc:sldChg chg="del">
        <pc:chgData name="Jack Forden" userId="097e3a7e-cd5c-474a-95f0-a72dc440bf11" providerId="ADAL" clId="{3CC19FDA-746B-460A-934D-2503411F8B70}" dt="2025-07-15T20:31:15.471" v="164" actId="47"/>
        <pc:sldMkLst>
          <pc:docMk/>
          <pc:sldMk cId="0" sldId="263"/>
        </pc:sldMkLst>
      </pc:sldChg>
      <pc:sldChg chg="del">
        <pc:chgData name="Jack Forden" userId="097e3a7e-cd5c-474a-95f0-a72dc440bf11" providerId="ADAL" clId="{3CC19FDA-746B-460A-934D-2503411F8B70}" dt="2025-07-15T20:31:18.070" v="167" actId="47"/>
        <pc:sldMkLst>
          <pc:docMk/>
          <pc:sldMk cId="0" sldId="264"/>
        </pc:sldMkLst>
      </pc:sldChg>
      <pc:sldChg chg="del">
        <pc:chgData name="Jack Forden" userId="097e3a7e-cd5c-474a-95f0-a72dc440bf11" providerId="ADAL" clId="{3CC19FDA-746B-460A-934D-2503411F8B70}" dt="2025-07-15T20:31:16.464" v="165" actId="47"/>
        <pc:sldMkLst>
          <pc:docMk/>
          <pc:sldMk cId="0" sldId="265"/>
        </pc:sldMkLst>
      </pc:sldChg>
      <pc:sldChg chg="del">
        <pc:chgData name="Jack Forden" userId="097e3a7e-cd5c-474a-95f0-a72dc440bf11" providerId="ADAL" clId="{3CC19FDA-746B-460A-934D-2503411F8B70}" dt="2025-07-15T20:31:18.851" v="168" actId="47"/>
        <pc:sldMkLst>
          <pc:docMk/>
          <pc:sldMk cId="0" sldId="266"/>
        </pc:sldMkLst>
      </pc:sldChg>
      <pc:sldChg chg="del">
        <pc:chgData name="Jack Forden" userId="097e3a7e-cd5c-474a-95f0-a72dc440bf11" providerId="ADAL" clId="{3CC19FDA-746B-460A-934D-2503411F8B70}" dt="2025-07-15T20:31:19.474" v="169" actId="47"/>
        <pc:sldMkLst>
          <pc:docMk/>
          <pc:sldMk cId="0" sldId="267"/>
        </pc:sldMkLst>
      </pc:sldChg>
      <pc:sldChg chg="del">
        <pc:chgData name="Jack Forden" userId="097e3a7e-cd5c-474a-95f0-a72dc440bf11" providerId="ADAL" clId="{3CC19FDA-746B-460A-934D-2503411F8B70}" dt="2025-07-15T20:31:20.099" v="170" actId="47"/>
        <pc:sldMkLst>
          <pc:docMk/>
          <pc:sldMk cId="0" sldId="268"/>
        </pc:sldMkLst>
      </pc:sldChg>
      <pc:sldChg chg="del">
        <pc:chgData name="Jack Forden" userId="097e3a7e-cd5c-474a-95f0-a72dc440bf11" providerId="ADAL" clId="{3CC19FDA-746B-460A-934D-2503411F8B70}" dt="2025-07-15T20:31:20.793" v="171" actId="47"/>
        <pc:sldMkLst>
          <pc:docMk/>
          <pc:sldMk cId="0" sldId="269"/>
        </pc:sldMkLst>
      </pc:sldChg>
      <pc:sldChg chg="del">
        <pc:chgData name="Jack Forden" userId="097e3a7e-cd5c-474a-95f0-a72dc440bf11" providerId="ADAL" clId="{3CC19FDA-746B-460A-934D-2503411F8B70}" dt="2025-07-15T20:31:21.785" v="172" actId="47"/>
        <pc:sldMkLst>
          <pc:docMk/>
          <pc:sldMk cId="0" sldId="270"/>
        </pc:sldMkLst>
      </pc:sldChg>
      <pc:sldChg chg="del">
        <pc:chgData name="Jack Forden" userId="097e3a7e-cd5c-474a-95f0-a72dc440bf11" providerId="ADAL" clId="{3CC19FDA-746B-460A-934D-2503411F8B70}" dt="2025-07-15T20:31:22.323" v="173" actId="47"/>
        <pc:sldMkLst>
          <pc:docMk/>
          <pc:sldMk cId="0" sldId="271"/>
        </pc:sldMkLst>
      </pc:sldChg>
      <pc:sldChg chg="del">
        <pc:chgData name="Jack Forden" userId="097e3a7e-cd5c-474a-95f0-a72dc440bf11" providerId="ADAL" clId="{3CC19FDA-746B-460A-934D-2503411F8B70}" dt="2025-07-15T20:31:23.288" v="174" actId="47"/>
        <pc:sldMkLst>
          <pc:docMk/>
          <pc:sldMk cId="0" sldId="272"/>
        </pc:sldMkLst>
      </pc:sldChg>
      <pc:sldChg chg="del">
        <pc:chgData name="Jack Forden" userId="097e3a7e-cd5c-474a-95f0-a72dc440bf11" providerId="ADAL" clId="{3CC19FDA-746B-460A-934D-2503411F8B70}" dt="2025-07-15T20:31:23.874" v="175" actId="47"/>
        <pc:sldMkLst>
          <pc:docMk/>
          <pc:sldMk cId="0" sldId="273"/>
        </pc:sldMkLst>
      </pc:sldChg>
      <pc:sldChg chg="del">
        <pc:chgData name="Jack Forden" userId="097e3a7e-cd5c-474a-95f0-a72dc440bf11" providerId="ADAL" clId="{3CC19FDA-746B-460A-934D-2503411F8B70}" dt="2025-07-15T20:31:24.843" v="176" actId="47"/>
        <pc:sldMkLst>
          <pc:docMk/>
          <pc:sldMk cId="0" sldId="274"/>
        </pc:sldMkLst>
      </pc:sldChg>
      <pc:sldChg chg="del">
        <pc:chgData name="Jack Forden" userId="097e3a7e-cd5c-474a-95f0-a72dc440bf11" providerId="ADAL" clId="{3CC19FDA-746B-460A-934D-2503411F8B70}" dt="2025-07-15T20:31:27.150" v="177" actId="47"/>
        <pc:sldMkLst>
          <pc:docMk/>
          <pc:sldMk cId="0" sldId="275"/>
        </pc:sldMkLst>
      </pc:sldChg>
      <pc:sldChg chg="del">
        <pc:chgData name="Jack Forden" userId="097e3a7e-cd5c-474a-95f0-a72dc440bf11" providerId="ADAL" clId="{3CC19FDA-746B-460A-934D-2503411F8B70}" dt="2025-07-15T20:31:27.833" v="178" actId="47"/>
        <pc:sldMkLst>
          <pc:docMk/>
          <pc:sldMk cId="0" sldId="276"/>
        </pc:sldMkLst>
      </pc:sldChg>
      <pc:sldChg chg="del">
        <pc:chgData name="Jack Forden" userId="097e3a7e-cd5c-474a-95f0-a72dc440bf11" providerId="ADAL" clId="{3CC19FDA-746B-460A-934D-2503411F8B70}" dt="2025-07-15T20:31:31.042" v="179" actId="47"/>
        <pc:sldMkLst>
          <pc:docMk/>
          <pc:sldMk cId="0" sldId="277"/>
        </pc:sldMkLst>
      </pc:sldChg>
      <pc:sldChg chg="del">
        <pc:chgData name="Jack Forden" userId="097e3a7e-cd5c-474a-95f0-a72dc440bf11" providerId="ADAL" clId="{3CC19FDA-746B-460A-934D-2503411F8B70}" dt="2025-07-15T20:31:31.697" v="180" actId="47"/>
        <pc:sldMkLst>
          <pc:docMk/>
          <pc:sldMk cId="0" sldId="278"/>
        </pc:sldMkLst>
      </pc:sldChg>
      <pc:sldChg chg="del">
        <pc:chgData name="Jack Forden" userId="097e3a7e-cd5c-474a-95f0-a72dc440bf11" providerId="ADAL" clId="{3CC19FDA-746B-460A-934D-2503411F8B70}" dt="2025-07-15T20:31:32.437" v="181" actId="47"/>
        <pc:sldMkLst>
          <pc:docMk/>
          <pc:sldMk cId="0" sldId="279"/>
        </pc:sldMkLst>
      </pc:sldChg>
      <pc:sldChg chg="del">
        <pc:chgData name="Jack Forden" userId="097e3a7e-cd5c-474a-95f0-a72dc440bf11" providerId="ADAL" clId="{3CC19FDA-746B-460A-934D-2503411F8B70}" dt="2025-07-15T20:31:33.168" v="182" actId="47"/>
        <pc:sldMkLst>
          <pc:docMk/>
          <pc:sldMk cId="0" sldId="280"/>
        </pc:sldMkLst>
      </pc:sldChg>
      <pc:sldChg chg="del">
        <pc:chgData name="Jack Forden" userId="097e3a7e-cd5c-474a-95f0-a72dc440bf11" providerId="ADAL" clId="{3CC19FDA-746B-460A-934D-2503411F8B70}" dt="2025-07-15T20:31:33.964" v="183" actId="47"/>
        <pc:sldMkLst>
          <pc:docMk/>
          <pc:sldMk cId="0" sldId="281"/>
        </pc:sldMkLst>
      </pc:sldChg>
      <pc:sldChg chg="del">
        <pc:chgData name="Jack Forden" userId="097e3a7e-cd5c-474a-95f0-a72dc440bf11" providerId="ADAL" clId="{3CC19FDA-746B-460A-934D-2503411F8B70}" dt="2025-07-15T20:31:34.632" v="184" actId="47"/>
        <pc:sldMkLst>
          <pc:docMk/>
          <pc:sldMk cId="0" sldId="282"/>
        </pc:sldMkLst>
      </pc:sldChg>
      <pc:sldChg chg="del">
        <pc:chgData name="Jack Forden" userId="097e3a7e-cd5c-474a-95f0-a72dc440bf11" providerId="ADAL" clId="{3CC19FDA-746B-460A-934D-2503411F8B70}" dt="2025-07-15T20:31:35.172" v="185" actId="47"/>
        <pc:sldMkLst>
          <pc:docMk/>
          <pc:sldMk cId="0" sldId="283"/>
        </pc:sldMkLst>
      </pc:sldChg>
      <pc:sldChg chg="del">
        <pc:chgData name="Jack Forden" userId="097e3a7e-cd5c-474a-95f0-a72dc440bf11" providerId="ADAL" clId="{3CC19FDA-746B-460A-934D-2503411F8B70}" dt="2025-07-15T20:31:35.737" v="186" actId="47"/>
        <pc:sldMkLst>
          <pc:docMk/>
          <pc:sldMk cId="0" sldId="284"/>
        </pc:sldMkLst>
      </pc:sldChg>
      <pc:sldChg chg="del">
        <pc:chgData name="Jack Forden" userId="097e3a7e-cd5c-474a-95f0-a72dc440bf11" providerId="ADAL" clId="{3CC19FDA-746B-460A-934D-2503411F8B70}" dt="2025-07-15T20:31:36.151" v="187" actId="47"/>
        <pc:sldMkLst>
          <pc:docMk/>
          <pc:sldMk cId="0" sldId="285"/>
        </pc:sldMkLst>
      </pc:sldChg>
      <pc:sldChg chg="del">
        <pc:chgData name="Jack Forden" userId="097e3a7e-cd5c-474a-95f0-a72dc440bf11" providerId="ADAL" clId="{3CC19FDA-746B-460A-934D-2503411F8B70}" dt="2025-07-15T20:31:11.806" v="161" actId="47"/>
        <pc:sldMkLst>
          <pc:docMk/>
          <pc:sldMk cId="2181100770" sldId="287"/>
        </pc:sldMkLst>
      </pc:sldChg>
      <pc:sldChg chg="del">
        <pc:chgData name="Jack Forden" userId="097e3a7e-cd5c-474a-95f0-a72dc440bf11" providerId="ADAL" clId="{3CC19FDA-746B-460A-934D-2503411F8B70}" dt="2025-07-15T20:31:12.725" v="162" actId="47"/>
        <pc:sldMkLst>
          <pc:docMk/>
          <pc:sldMk cId="3939841438" sldId="288"/>
        </pc:sldMkLst>
      </pc:sldChg>
      <pc:sldChg chg="del">
        <pc:chgData name="Jack Forden" userId="097e3a7e-cd5c-474a-95f0-a72dc440bf11" providerId="ADAL" clId="{3CC19FDA-746B-460A-934D-2503411F8B70}" dt="2025-07-15T20:31:13.500" v="163" actId="47"/>
        <pc:sldMkLst>
          <pc:docMk/>
          <pc:sldMk cId="262393866" sldId="289"/>
        </pc:sldMkLst>
      </pc:sldChg>
      <pc:sldChg chg="del">
        <pc:chgData name="Jack Forden" userId="097e3a7e-cd5c-474a-95f0-a72dc440bf11" providerId="ADAL" clId="{3CC19FDA-746B-460A-934D-2503411F8B70}" dt="2025-07-15T20:31:17.359" v="166" actId="47"/>
        <pc:sldMkLst>
          <pc:docMk/>
          <pc:sldMk cId="3273668903" sldId="290"/>
        </pc:sldMkLst>
      </pc:sldChg>
      <pc:sldMasterChg chg="del delSldLayout">
        <pc:chgData name="Jack Forden" userId="097e3a7e-cd5c-474a-95f0-a72dc440bf11" providerId="ADAL" clId="{3CC19FDA-746B-460A-934D-2503411F8B70}" dt="2025-07-15T20:31:33.168" v="182" actId="47"/>
        <pc:sldMasterMkLst>
          <pc:docMk/>
          <pc:sldMasterMk cId="0" sldId="2147483683"/>
        </pc:sldMasterMkLst>
        <pc:sldLayoutChg chg="del">
          <pc:chgData name="Jack Forden" userId="097e3a7e-cd5c-474a-95f0-a72dc440bf11" providerId="ADAL" clId="{3CC19FDA-746B-460A-934D-2503411F8B70}" dt="2025-07-15T20:31:33.168" v="182" actId="47"/>
          <pc:sldLayoutMkLst>
            <pc:docMk/>
            <pc:sldMasterMk cId="0" sldId="2147483683"/>
            <pc:sldLayoutMk cId="0" sldId="2147483670"/>
          </pc:sldLayoutMkLst>
        </pc:sldLayoutChg>
        <pc:sldLayoutChg chg="del">
          <pc:chgData name="Jack Forden" userId="097e3a7e-cd5c-474a-95f0-a72dc440bf11" providerId="ADAL" clId="{3CC19FDA-746B-460A-934D-2503411F8B70}" dt="2025-07-15T20:31:33.168" v="182" actId="47"/>
          <pc:sldLayoutMkLst>
            <pc:docMk/>
            <pc:sldMasterMk cId="0" sldId="2147483683"/>
            <pc:sldLayoutMk cId="0" sldId="2147483671"/>
          </pc:sldLayoutMkLst>
        </pc:sldLayoutChg>
        <pc:sldLayoutChg chg="del">
          <pc:chgData name="Jack Forden" userId="097e3a7e-cd5c-474a-95f0-a72dc440bf11" providerId="ADAL" clId="{3CC19FDA-746B-460A-934D-2503411F8B70}" dt="2025-07-15T20:31:33.168" v="182" actId="47"/>
          <pc:sldLayoutMkLst>
            <pc:docMk/>
            <pc:sldMasterMk cId="0" sldId="2147483683"/>
            <pc:sldLayoutMk cId="0" sldId="2147483672"/>
          </pc:sldLayoutMkLst>
        </pc:sldLayoutChg>
        <pc:sldLayoutChg chg="del">
          <pc:chgData name="Jack Forden" userId="097e3a7e-cd5c-474a-95f0-a72dc440bf11" providerId="ADAL" clId="{3CC19FDA-746B-460A-934D-2503411F8B70}" dt="2025-07-15T20:31:33.168" v="182" actId="47"/>
          <pc:sldLayoutMkLst>
            <pc:docMk/>
            <pc:sldMasterMk cId="0" sldId="2147483683"/>
            <pc:sldLayoutMk cId="0" sldId="2147483673"/>
          </pc:sldLayoutMkLst>
        </pc:sldLayoutChg>
        <pc:sldLayoutChg chg="del">
          <pc:chgData name="Jack Forden" userId="097e3a7e-cd5c-474a-95f0-a72dc440bf11" providerId="ADAL" clId="{3CC19FDA-746B-460A-934D-2503411F8B70}" dt="2025-07-15T20:31:33.168" v="182" actId="47"/>
          <pc:sldLayoutMkLst>
            <pc:docMk/>
            <pc:sldMasterMk cId="0" sldId="2147483683"/>
            <pc:sldLayoutMk cId="0" sldId="2147483674"/>
          </pc:sldLayoutMkLst>
        </pc:sldLayoutChg>
        <pc:sldLayoutChg chg="del">
          <pc:chgData name="Jack Forden" userId="097e3a7e-cd5c-474a-95f0-a72dc440bf11" providerId="ADAL" clId="{3CC19FDA-746B-460A-934D-2503411F8B70}" dt="2025-07-15T20:31:33.168" v="182" actId="47"/>
          <pc:sldLayoutMkLst>
            <pc:docMk/>
            <pc:sldMasterMk cId="0" sldId="2147483683"/>
            <pc:sldLayoutMk cId="0" sldId="2147483675"/>
          </pc:sldLayoutMkLst>
        </pc:sldLayoutChg>
        <pc:sldLayoutChg chg="del">
          <pc:chgData name="Jack Forden" userId="097e3a7e-cd5c-474a-95f0-a72dc440bf11" providerId="ADAL" clId="{3CC19FDA-746B-460A-934D-2503411F8B70}" dt="2025-07-15T20:31:33.168" v="182" actId="47"/>
          <pc:sldLayoutMkLst>
            <pc:docMk/>
            <pc:sldMasterMk cId="0" sldId="2147483683"/>
            <pc:sldLayoutMk cId="0" sldId="2147483676"/>
          </pc:sldLayoutMkLst>
        </pc:sldLayoutChg>
        <pc:sldLayoutChg chg="del">
          <pc:chgData name="Jack Forden" userId="097e3a7e-cd5c-474a-95f0-a72dc440bf11" providerId="ADAL" clId="{3CC19FDA-746B-460A-934D-2503411F8B70}" dt="2025-07-15T20:31:33.168" v="182" actId="47"/>
          <pc:sldLayoutMkLst>
            <pc:docMk/>
            <pc:sldMasterMk cId="0" sldId="2147483683"/>
            <pc:sldLayoutMk cId="0" sldId="2147483677"/>
          </pc:sldLayoutMkLst>
        </pc:sldLayoutChg>
        <pc:sldLayoutChg chg="del">
          <pc:chgData name="Jack Forden" userId="097e3a7e-cd5c-474a-95f0-a72dc440bf11" providerId="ADAL" clId="{3CC19FDA-746B-460A-934D-2503411F8B70}" dt="2025-07-15T20:31:33.168" v="182" actId="47"/>
          <pc:sldLayoutMkLst>
            <pc:docMk/>
            <pc:sldMasterMk cId="0" sldId="2147483683"/>
            <pc:sldLayoutMk cId="0" sldId="2147483678"/>
          </pc:sldLayoutMkLst>
        </pc:sldLayoutChg>
        <pc:sldLayoutChg chg="del">
          <pc:chgData name="Jack Forden" userId="097e3a7e-cd5c-474a-95f0-a72dc440bf11" providerId="ADAL" clId="{3CC19FDA-746B-460A-934D-2503411F8B70}" dt="2025-07-15T20:31:33.168" v="182" actId="47"/>
          <pc:sldLayoutMkLst>
            <pc:docMk/>
            <pc:sldMasterMk cId="0" sldId="2147483683"/>
            <pc:sldLayoutMk cId="0" sldId="2147483679"/>
          </pc:sldLayoutMkLst>
        </pc:sldLayoutChg>
        <pc:sldLayoutChg chg="del">
          <pc:chgData name="Jack Forden" userId="097e3a7e-cd5c-474a-95f0-a72dc440bf11" providerId="ADAL" clId="{3CC19FDA-746B-460A-934D-2503411F8B70}" dt="2025-07-15T20:31:33.168" v="182" actId="47"/>
          <pc:sldLayoutMkLst>
            <pc:docMk/>
            <pc:sldMasterMk cId="0" sldId="2147483683"/>
            <pc:sldLayoutMk cId="0" sldId="2147483680"/>
          </pc:sldLayoutMkLst>
        </pc:sldLayoutChg>
      </pc:sldMasterChg>
    </pc:docChg>
  </pc:docChgLst>
  <pc:docChgLst>
    <pc:chgData name="Jack Forden" userId="S::jforden@carrollu.edu::097e3a7e-cd5c-474a-95f0-a72dc440bf11" providerId="AD" clId="Web-{04F53C91-916B-8BB0-0EB0-EC424F5D5C9F}"/>
    <pc:docChg chg="addSld modSld">
      <pc:chgData name="Jack Forden" userId="S::jforden@carrollu.edu::097e3a7e-cd5c-474a-95f0-a72dc440bf11" providerId="AD" clId="Web-{04F53C91-916B-8BB0-0EB0-EC424F5D5C9F}" dt="2025-07-18T15:57:14.223" v="780" actId="20577"/>
      <pc:docMkLst>
        <pc:docMk/>
      </pc:docMkLst>
      <pc:sldChg chg="modSp new">
        <pc:chgData name="Jack Forden" userId="S::jforden@carrollu.edu::097e3a7e-cd5c-474a-95f0-a72dc440bf11" providerId="AD" clId="Web-{04F53C91-916B-8BB0-0EB0-EC424F5D5C9F}" dt="2025-07-18T15:35:14.645" v="19" actId="20577"/>
        <pc:sldMkLst>
          <pc:docMk/>
          <pc:sldMk cId="865886102" sldId="310"/>
        </pc:sldMkLst>
      </pc:sldChg>
      <pc:sldChg chg="modSp new">
        <pc:chgData name="Jack Forden" userId="S::jforden@carrollu.edu::097e3a7e-cd5c-474a-95f0-a72dc440bf11" providerId="AD" clId="Web-{04F53C91-916B-8BB0-0EB0-EC424F5D5C9F}" dt="2025-07-18T15:57:14.223" v="780" actId="20577"/>
        <pc:sldMkLst>
          <pc:docMk/>
          <pc:sldMk cId="347232797" sldId="311"/>
        </pc:sldMkLst>
      </pc:sldChg>
      <pc:sldChg chg="modSp new modNotes">
        <pc:chgData name="Jack Forden" userId="S::jforden@carrollu.edu::097e3a7e-cd5c-474a-95f0-a72dc440bf11" providerId="AD" clId="Web-{04F53C91-916B-8BB0-0EB0-EC424F5D5C9F}" dt="2025-07-18T15:46:05.613" v="705"/>
        <pc:sldMkLst>
          <pc:docMk/>
          <pc:sldMk cId="3416142602" sldId="312"/>
        </pc:sldMkLst>
      </pc:sldChg>
      <pc:sldChg chg="modSp new">
        <pc:chgData name="Jack Forden" userId="S::jforden@carrollu.edu::097e3a7e-cd5c-474a-95f0-a72dc440bf11" providerId="AD" clId="Web-{04F53C91-916B-8BB0-0EB0-EC424F5D5C9F}" dt="2025-07-18T15:55:35.622" v="779" actId="20577"/>
        <pc:sldMkLst>
          <pc:docMk/>
          <pc:sldMk cId="853138601" sldId="313"/>
        </pc:sldMkLst>
      </pc:sldChg>
    </pc:docChg>
  </pc:docChgLst>
  <pc:docChgLst>
    <pc:chgData name="Jack Forden" userId="S::jforden@carrollu.edu::097e3a7e-cd5c-474a-95f0-a72dc440bf11" providerId="AD" clId="Web-{6C19BA3E-A3AB-DBB3-0599-ABF424CC3DD1}"/>
    <pc:docChg chg="addSld modSld">
      <pc:chgData name="Jack Forden" userId="S::jforden@carrollu.edu::097e3a7e-cd5c-474a-95f0-a72dc440bf11" providerId="AD" clId="Web-{6C19BA3E-A3AB-DBB3-0599-ABF424CC3DD1}" dt="2025-07-17T21:39:35.697" v="109" actId="20577"/>
      <pc:docMkLst>
        <pc:docMk/>
      </pc:docMkLst>
      <pc:sldChg chg="modSp">
        <pc:chgData name="Jack Forden" userId="S::jforden@carrollu.edu::097e3a7e-cd5c-474a-95f0-a72dc440bf11" providerId="AD" clId="Web-{6C19BA3E-A3AB-DBB3-0599-ABF424CC3DD1}" dt="2025-07-17T21:31:17.554" v="0" actId="20577"/>
        <pc:sldMkLst>
          <pc:docMk/>
          <pc:sldMk cId="0" sldId="261"/>
        </pc:sldMkLst>
      </pc:sldChg>
      <pc:sldChg chg="modSp new">
        <pc:chgData name="Jack Forden" userId="S::jforden@carrollu.edu::097e3a7e-cd5c-474a-95f0-a72dc440bf11" providerId="AD" clId="Web-{6C19BA3E-A3AB-DBB3-0599-ABF424CC3DD1}" dt="2025-07-17T21:39:35.697" v="109" actId="20577"/>
        <pc:sldMkLst>
          <pc:docMk/>
          <pc:sldMk cId="358162863" sldId="309"/>
        </pc:sldMkLst>
      </pc:sldChg>
    </pc:docChg>
  </pc:docChgLst>
  <pc:docChgLst>
    <pc:chgData name="Jack Forden" userId="S::jforden@carrollu.edu::097e3a7e-cd5c-474a-95f0-a72dc440bf11" providerId="AD" clId="Web-{259B9E7B-9BCC-8FCF-9E8D-53FD9FBB87F7}"/>
    <pc:docChg chg="addSld delSld modSld">
      <pc:chgData name="Jack Forden" userId="S::jforden@carrollu.edu::097e3a7e-cd5c-474a-95f0-a72dc440bf11" providerId="AD" clId="Web-{259B9E7B-9BCC-8FCF-9E8D-53FD9FBB87F7}" dt="2025-07-16T04:52:11.929" v="6614" actId="20577"/>
      <pc:docMkLst>
        <pc:docMk/>
      </pc:docMkLst>
      <pc:sldChg chg="modSp">
        <pc:chgData name="Jack Forden" userId="S::jforden@carrollu.edu::097e3a7e-cd5c-474a-95f0-a72dc440bf11" providerId="AD" clId="Web-{259B9E7B-9BCC-8FCF-9E8D-53FD9FBB87F7}" dt="2025-07-15T22:22:48.826" v="2742" actId="20577"/>
        <pc:sldMkLst>
          <pc:docMk/>
          <pc:sldMk cId="0" sldId="260"/>
        </pc:sldMkLst>
      </pc:sldChg>
      <pc:sldChg chg="modSp modNotes">
        <pc:chgData name="Jack Forden" userId="S::jforden@carrollu.edu::097e3a7e-cd5c-474a-95f0-a72dc440bf11" providerId="AD" clId="Web-{259B9E7B-9BCC-8FCF-9E8D-53FD9FBB87F7}" dt="2025-07-15T21:04:20.922" v="1011"/>
        <pc:sldMkLst>
          <pc:docMk/>
          <pc:sldMk cId="0" sldId="261"/>
        </pc:sldMkLst>
      </pc:sldChg>
      <pc:sldChg chg="modSp new">
        <pc:chgData name="Jack Forden" userId="S::jforden@carrollu.edu::097e3a7e-cd5c-474a-95f0-a72dc440bf11" providerId="AD" clId="Web-{259B9E7B-9BCC-8FCF-9E8D-53FD9FBB87F7}" dt="2025-07-16T03:47:31.574" v="4669" actId="20577"/>
        <pc:sldMkLst>
          <pc:docMk/>
          <pc:sldMk cId="3925916795" sldId="301"/>
        </pc:sldMkLst>
      </pc:sldChg>
      <pc:sldChg chg="modSp new">
        <pc:chgData name="Jack Forden" userId="S::jforden@carrollu.edu::097e3a7e-cd5c-474a-95f0-a72dc440bf11" providerId="AD" clId="Web-{259B9E7B-9BCC-8FCF-9E8D-53FD9FBB87F7}" dt="2025-07-16T03:59:41.384" v="5021" actId="20577"/>
        <pc:sldMkLst>
          <pc:docMk/>
          <pc:sldMk cId="1021075453" sldId="302"/>
        </pc:sldMkLst>
      </pc:sldChg>
      <pc:sldChg chg="modSp new modNotes">
        <pc:chgData name="Jack Forden" userId="S::jforden@carrollu.edu::097e3a7e-cd5c-474a-95f0-a72dc440bf11" providerId="AD" clId="Web-{259B9E7B-9BCC-8FCF-9E8D-53FD9FBB87F7}" dt="2025-07-16T04:10:47.428" v="5421"/>
        <pc:sldMkLst>
          <pc:docMk/>
          <pc:sldMk cId="2453682868" sldId="303"/>
        </pc:sldMkLst>
      </pc:sldChg>
      <pc:sldChg chg="modSp new del">
        <pc:chgData name="Jack Forden" userId="S::jforden@carrollu.edu::097e3a7e-cd5c-474a-95f0-a72dc440bf11" providerId="AD" clId="Web-{259B9E7B-9BCC-8FCF-9E8D-53FD9FBB87F7}" dt="2025-07-16T04:09:20.210" v="5417"/>
        <pc:sldMkLst>
          <pc:docMk/>
          <pc:sldMk cId="1283554342" sldId="304"/>
        </pc:sldMkLst>
      </pc:sldChg>
      <pc:sldChg chg="modSp new">
        <pc:chgData name="Jack Forden" userId="S::jforden@carrollu.edu::097e3a7e-cd5c-474a-95f0-a72dc440bf11" providerId="AD" clId="Web-{259B9E7B-9BCC-8FCF-9E8D-53FD9FBB87F7}" dt="2025-07-16T04:11:33.319" v="5434" actId="20577"/>
        <pc:sldMkLst>
          <pc:docMk/>
          <pc:sldMk cId="1530914580" sldId="304"/>
        </pc:sldMkLst>
      </pc:sldChg>
      <pc:sldChg chg="modSp new">
        <pc:chgData name="Jack Forden" userId="S::jforden@carrollu.edu::097e3a7e-cd5c-474a-95f0-a72dc440bf11" providerId="AD" clId="Web-{259B9E7B-9BCC-8FCF-9E8D-53FD9FBB87F7}" dt="2025-07-16T04:20:19.256" v="5664" actId="20577"/>
        <pc:sldMkLst>
          <pc:docMk/>
          <pc:sldMk cId="3316434207" sldId="305"/>
        </pc:sldMkLst>
      </pc:sldChg>
      <pc:sldChg chg="modSp new modNotes">
        <pc:chgData name="Jack Forden" userId="S::jforden@carrollu.edu::097e3a7e-cd5c-474a-95f0-a72dc440bf11" providerId="AD" clId="Web-{259B9E7B-9BCC-8FCF-9E8D-53FD9FBB87F7}" dt="2025-07-16T04:43:18.650" v="6172" actId="20577"/>
        <pc:sldMkLst>
          <pc:docMk/>
          <pc:sldMk cId="2166174202" sldId="306"/>
        </pc:sldMkLst>
      </pc:sldChg>
      <pc:sldChg chg="modSp new">
        <pc:chgData name="Jack Forden" userId="S::jforden@carrollu.edu::097e3a7e-cd5c-474a-95f0-a72dc440bf11" providerId="AD" clId="Web-{259B9E7B-9BCC-8FCF-9E8D-53FD9FBB87F7}" dt="2025-07-16T04:50:09.242" v="6428" actId="20577"/>
        <pc:sldMkLst>
          <pc:docMk/>
          <pc:sldMk cId="1617655094" sldId="307"/>
        </pc:sldMkLst>
      </pc:sldChg>
      <pc:sldChg chg="modSp new">
        <pc:chgData name="Jack Forden" userId="S::jforden@carrollu.edu::097e3a7e-cd5c-474a-95f0-a72dc440bf11" providerId="AD" clId="Web-{259B9E7B-9BCC-8FCF-9E8D-53FD9FBB87F7}" dt="2025-07-16T04:52:11.929" v="6614" actId="20577"/>
        <pc:sldMkLst>
          <pc:docMk/>
          <pc:sldMk cId="557990100" sldId="308"/>
        </pc:sldMkLst>
      </pc:sldChg>
      <pc:sldChg chg="modSp new">
        <pc:chgData name="Jack Forden" userId="S::jforden@carrollu.edu::097e3a7e-cd5c-474a-95f0-a72dc440bf11" providerId="AD" clId="Web-{259B9E7B-9BCC-8FCF-9E8D-53FD9FBB87F7}" dt="2025-07-15T21:13:27.007" v="1548" actId="20577"/>
        <pc:sldMkLst>
          <pc:docMk/>
          <pc:sldMk cId="2659972500" sldId="370"/>
        </pc:sldMkLst>
      </pc:sldChg>
      <pc:sldChg chg="modSp new modNotes">
        <pc:chgData name="Jack Forden" userId="S::jforden@carrollu.edu::097e3a7e-cd5c-474a-95f0-a72dc440bf11" providerId="AD" clId="Web-{259B9E7B-9BCC-8FCF-9E8D-53FD9FBB87F7}" dt="2025-07-15T22:18:07.048" v="2499" actId="20577"/>
        <pc:sldMkLst>
          <pc:docMk/>
          <pc:sldMk cId="3721071515" sldId="370"/>
        </pc:sldMkLst>
      </pc:sldChg>
      <pc:sldChg chg="modSp new modNotes">
        <pc:chgData name="Jack Forden" userId="S::jforden@carrollu.edu::097e3a7e-cd5c-474a-95f0-a72dc440bf11" providerId="AD" clId="Web-{259B9E7B-9BCC-8FCF-9E8D-53FD9FBB87F7}" dt="2025-07-15T22:18:47.145" v="2515" actId="20577"/>
        <pc:sldMkLst>
          <pc:docMk/>
          <pc:sldMk cId="2530778376" sldId="372"/>
        </pc:sldMkLst>
      </pc:sldChg>
      <pc:sldChg chg="modSp new">
        <pc:chgData name="Jack Forden" userId="S::jforden@carrollu.edu::097e3a7e-cd5c-474a-95f0-a72dc440bf11" providerId="AD" clId="Web-{259B9E7B-9BCC-8FCF-9E8D-53FD9FBB87F7}" dt="2025-07-15T22:04:03.890" v="2163" actId="20577"/>
        <pc:sldMkLst>
          <pc:docMk/>
          <pc:sldMk cId="2949127206" sldId="373"/>
        </pc:sldMkLst>
      </pc:sldChg>
      <pc:sldChg chg="modSp new">
        <pc:chgData name="Jack Forden" userId="S::jforden@carrollu.edu::097e3a7e-cd5c-474a-95f0-a72dc440bf11" providerId="AD" clId="Web-{259B9E7B-9BCC-8FCF-9E8D-53FD9FBB87F7}" dt="2025-07-15T22:22:14.007" v="2701" actId="20577"/>
        <pc:sldMkLst>
          <pc:docMk/>
          <pc:sldMk cId="3430585522" sldId="374"/>
        </pc:sldMkLst>
      </pc:sldChg>
      <pc:sldChg chg="modSp add replId">
        <pc:chgData name="Jack Forden" userId="S::jforden@carrollu.edu::097e3a7e-cd5c-474a-95f0-a72dc440bf11" providerId="AD" clId="Web-{259B9E7B-9BCC-8FCF-9E8D-53FD9FBB87F7}" dt="2025-07-16T03:32:32.170" v="4088" actId="20577"/>
        <pc:sldMkLst>
          <pc:docMk/>
          <pc:sldMk cId="513105987" sldId="375"/>
        </pc:sldMkLst>
      </pc:sldChg>
      <pc:sldChg chg="modSp new">
        <pc:chgData name="Jack Forden" userId="S::jforden@carrollu.edu::097e3a7e-cd5c-474a-95f0-a72dc440bf11" providerId="AD" clId="Web-{259B9E7B-9BCC-8FCF-9E8D-53FD9FBB87F7}" dt="2025-07-16T03:32:14.889" v="4085" actId="20577"/>
        <pc:sldMkLst>
          <pc:docMk/>
          <pc:sldMk cId="1174131714" sldId="375"/>
        </pc:sldMkLst>
      </pc:sldChg>
      <pc:sldChg chg="modSp new">
        <pc:chgData name="Jack Forden" userId="S::jforden@carrollu.edu::097e3a7e-cd5c-474a-95f0-a72dc440bf11" providerId="AD" clId="Web-{259B9E7B-9BCC-8FCF-9E8D-53FD9FBB87F7}" dt="2025-07-16T03:36:21.153" v="4266" actId="20577"/>
        <pc:sldMkLst>
          <pc:docMk/>
          <pc:sldMk cId="2052210257" sldId="376"/>
        </pc:sldMkLst>
      </pc:sldChg>
      <pc:sldChg chg="modSp new">
        <pc:chgData name="Jack Forden" userId="S::jforden@carrollu.edu::097e3a7e-cd5c-474a-95f0-a72dc440bf11" providerId="AD" clId="Web-{259B9E7B-9BCC-8FCF-9E8D-53FD9FBB87F7}" dt="2025-07-15T22:25:57.512" v="3019" actId="20577"/>
        <pc:sldMkLst>
          <pc:docMk/>
          <pc:sldMk cId="3558556236" sldId="376"/>
        </pc:sldMkLst>
      </pc:sldChg>
      <pc:sldChg chg="modSp new modNotes">
        <pc:chgData name="Jack Forden" userId="S::jforden@carrollu.edu::097e3a7e-cd5c-474a-95f0-a72dc440bf11" providerId="AD" clId="Web-{259B9E7B-9BCC-8FCF-9E8D-53FD9FBB87F7}" dt="2025-07-15T22:55:13.936" v="3462"/>
        <pc:sldMkLst>
          <pc:docMk/>
          <pc:sldMk cId="1953419780" sldId="377"/>
        </pc:sldMkLst>
      </pc:sldChg>
      <pc:sldChg chg="modSp new modNotes">
        <pc:chgData name="Jack Forden" userId="S::jforden@carrollu.edu::097e3a7e-cd5c-474a-95f0-a72dc440bf11" providerId="AD" clId="Web-{259B9E7B-9BCC-8FCF-9E8D-53FD9FBB87F7}" dt="2025-07-16T03:47:24.933" v="4666"/>
        <pc:sldMkLst>
          <pc:docMk/>
          <pc:sldMk cId="2515058610" sldId="377"/>
        </pc:sldMkLst>
      </pc:sldChg>
      <pc:sldChg chg="modSp new">
        <pc:chgData name="Jack Forden" userId="S::jforden@carrollu.edu::097e3a7e-cd5c-474a-95f0-a72dc440bf11" providerId="AD" clId="Web-{259B9E7B-9BCC-8FCF-9E8D-53FD9FBB87F7}" dt="2025-07-15T23:05:43.261" v="3709" actId="20577"/>
        <pc:sldMkLst>
          <pc:docMk/>
          <pc:sldMk cId="1727799889" sldId="378"/>
        </pc:sldMkLst>
      </pc:sldChg>
      <pc:sldChg chg="modSp new">
        <pc:chgData name="Jack Forden" userId="S::jforden@carrollu.edu::097e3a7e-cd5c-474a-95f0-a72dc440bf11" providerId="AD" clId="Web-{259B9E7B-9BCC-8FCF-9E8D-53FD9FBB87F7}" dt="2025-07-16T03:18:28.515" v="3847" actId="20577"/>
        <pc:sldMkLst>
          <pc:docMk/>
          <pc:sldMk cId="2849680526" sldId="379"/>
        </pc:sldMkLst>
      </pc:sldChg>
      <pc:sldChg chg="modSp new">
        <pc:chgData name="Jack Forden" userId="S::jforden@carrollu.edu::097e3a7e-cd5c-474a-95f0-a72dc440bf11" providerId="AD" clId="Web-{259B9E7B-9BCC-8FCF-9E8D-53FD9FBB87F7}" dt="2025-07-16T03:31:55.154" v="4075" actId="20577"/>
        <pc:sldMkLst>
          <pc:docMk/>
          <pc:sldMk cId="2289723158" sldId="3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5a697c2256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5a697c2256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indent="-285750">
              <a:spcAft>
                <a:spcPts val="600"/>
              </a:spcAft>
              <a:buFont typeface="Arial"/>
              <a:buChar char="•"/>
            </a:pPr>
            <a:r>
              <a:rPr lang="en-US" sz="1400"/>
              <a:t>Keep this light and quick — it sets the tone, so don't linger.</a:t>
            </a:r>
          </a:p>
          <a:p>
            <a:pPr marL="285750" indent="-285750">
              <a:spcAft>
                <a:spcPts val="600"/>
              </a:spcAft>
              <a:buFont typeface="Arial"/>
              <a:buChar char="•"/>
            </a:pPr>
            <a:r>
              <a:rPr lang="en-US" sz="1400"/>
              <a:t>Marquette alum '22, now in the '25 grad program — mention your focus on CS education and student retention.</a:t>
            </a:r>
          </a:p>
          <a:p>
            <a:pPr marL="285750" indent="-285750">
              <a:spcAft>
                <a:spcPts val="600"/>
              </a:spcAft>
              <a:buFont typeface="Arial"/>
              <a:buChar char="•"/>
            </a:pPr>
            <a:r>
              <a:rPr lang="en-US" sz="1400"/>
              <a:t>Drop a couple of hobbies (competitive games, CS2, Tarkov, chili cooking) to come across as approachable.</a:t>
            </a:r>
          </a:p>
          <a:p>
            <a:pPr marL="285750" indent="-285750">
              <a:spcAft>
                <a:spcPts val="600"/>
              </a:spcAft>
              <a:buFont typeface="Arial"/>
              <a:buChar char="•"/>
            </a:pPr>
            <a:r>
              <a:rPr lang="en-US" sz="1400"/>
              <a:t>If time allows, have a few students introduce themselves back.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a697c2256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a697c2256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indent="-285750">
              <a:spcAft>
                <a:spcPts val="600"/>
              </a:spcAft>
              <a:buFont typeface="Arial"/>
              <a:buChar char="•"/>
            </a:pPr>
            <a:r>
              <a:rPr lang="en-US" sz="1400" dirty="0"/>
              <a:t>MWF 2:40–3:50 — state attendance expectations and that every lecture leaves time for questions.</a:t>
            </a:r>
          </a:p>
          <a:p>
            <a:pPr marL="285750" indent="-285750">
              <a:spcAft>
                <a:spcPts val="600"/>
              </a:spcAft>
              <a:buFont typeface="Arial"/>
              <a:buChar char="•"/>
            </a:pPr>
            <a:r>
              <a:rPr lang="en-US" sz="1400" dirty="0"/>
              <a:t>Textbook: Nell Dale, Object-Oriented Data Structures Using Java (4th ed.) — clarify required vs. reference.</a:t>
            </a:r>
          </a:p>
          <a:p>
            <a:pPr marL="285750" indent="-285750">
              <a:spcAft>
                <a:spcPts val="600"/>
              </a:spcAft>
              <a:buFont typeface="Arial"/>
              <a:buChar char="•"/>
            </a:pPr>
            <a:r>
              <a:rPr lang="en-US" sz="1400" dirty="0"/>
              <a:t>Point them to where slides and materials get posted.</a:t>
            </a:r>
          </a:p>
          <a:p>
            <a:pPr marL="285750" indent="-285750">
              <a:spcAft>
                <a:spcPts val="600"/>
              </a:spcAft>
              <a:buFont typeface="Arial"/>
              <a:buChar char="•"/>
            </a:pPr>
            <a:r>
              <a:rPr lang="en-US" sz="1400" dirty="0"/>
              <a:t>Reinforce: bring questions to every session.</a:t>
            </a:r>
          </a:p>
          <a:p>
            <a:pPr marL="285750" indent="-285750">
              <a:spcAft>
                <a:spcPts val="600"/>
              </a:spcAft>
              <a:buFont typeface="Arial"/>
              <a:buChar char="•"/>
            </a:pPr>
            <a:r>
              <a:rPr lang="en-US" sz="1400"/>
              <a:t>Changes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5a697c2256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5a697c2256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indent="-285750">
              <a:spcAft>
                <a:spcPts val="600"/>
              </a:spcAft>
              <a:buFont typeface="Arial"/>
              <a:buChar char="•"/>
            </a:pPr>
            <a:r>
              <a:rPr lang="en-US" sz="1400"/>
              <a:t>Projects are 45% — the grade is hands-on; encourage starting early instead of cramming.</a:t>
            </a:r>
          </a:p>
          <a:p>
            <a:pPr marL="285750" indent="-285750">
              <a:spcAft>
                <a:spcPts val="600"/>
              </a:spcAft>
              <a:buFont typeface="Arial"/>
              <a:buChar char="•"/>
            </a:pPr>
            <a:r>
              <a:rPr lang="en-US" sz="1400"/>
              <a:t>Midterm and Final are 25% each — clarify whether the final is cumulative.</a:t>
            </a:r>
          </a:p>
          <a:p>
            <a:pPr marL="285750" indent="-285750">
              <a:spcAft>
                <a:spcPts val="600"/>
              </a:spcAft>
              <a:buFont typeface="Arial"/>
              <a:buChar char="•"/>
            </a:pPr>
            <a:r>
              <a:rPr lang="en-US" sz="1400"/>
              <a:t>Participation is 10% — showing up and engaging counts; these are easy points.</a:t>
            </a:r>
          </a:p>
          <a:p>
            <a:pPr marL="285750" indent="-285750">
              <a:spcAft>
                <a:spcPts val="600"/>
              </a:spcAft>
              <a:buFont typeface="Arial"/>
              <a:buChar char="•"/>
            </a:pPr>
            <a:r>
              <a:rPr lang="en-US" sz="1400"/>
              <a:t>Academic honesty: say it plainly — do your own work, and when in doubt, ask first.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85750" indent="-285750">
              <a:spcAft>
                <a:spcPts val="600"/>
              </a:spcAft>
              <a:buFont typeface="Arial"/>
              <a:buChar char="•"/>
            </a:pPr>
            <a:r>
              <a:rPr lang="en-US" sz="1400"/>
              <a:t>Frame this as honest advice, not just a pep talk.</a:t>
            </a:r>
          </a:p>
          <a:p>
            <a:pPr marL="285750" indent="-285750">
              <a:spcAft>
                <a:spcPts val="600"/>
              </a:spcAft>
              <a:buFont typeface="Arial"/>
              <a:buChar char="•"/>
            </a:pPr>
            <a:r>
              <a:rPr lang="en-US" sz="1400"/>
              <a:t>Learn by doing / experiment / ask for help — give a quick personal example of each.</a:t>
            </a:r>
          </a:p>
          <a:p>
            <a:pPr marL="285750" indent="-285750">
              <a:spcAft>
                <a:spcPts val="600"/>
              </a:spcAft>
              <a:buFont typeface="Arial"/>
              <a:buChar char="•"/>
            </a:pPr>
            <a:r>
              <a:rPr lang="en-US" sz="1400"/>
              <a:t>Land hard on Perseverance — the #1 trait; struggling is a normal part of learning, not a sign you can't do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5a697c2256_0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5a697c2256_0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buNone/>
            </a:pPr>
            <a:r>
              <a:rPr lang="en"/>
              <a:t>Talking points (say these out loud, don't put on the slide):</a:t>
            </a:r>
          </a:p>
          <a:p>
            <a:pPr marL="0" lvl="0" indent="0" algn="l" rtl="0">
              <a:buNone/>
            </a:pPr>
            <a:r>
              <a:rPr lang="en"/>
              <a:t>- Recognize there are times when you don't know the answer - and that's okay. I often don't know the answer either; you don't get a PhD by knowing everything. It's perseverance and desire to learn.</a:t>
            </a:r>
          </a:p>
          <a:p>
            <a:pPr marL="0" lvl="0" indent="0" algn="l" rtl="0">
              <a:buNone/>
            </a:pPr>
            <a:r>
              <a:rPr lang="en"/>
              <a:t>- I often forget the little things, big things, medium things. It's okay to google, ask, question.</a:t>
            </a:r>
          </a:p>
          <a:p>
            <a:pPr marL="0" lvl="0" indent="0" algn="l" rtl="0">
              <a:buNone/>
            </a:pPr>
            <a:r>
              <a:rPr lang="en"/>
              <a:t>- Office hours: I plan to hold a lot this semester - don't let me get bored!</a:t>
            </a:r>
          </a:p>
          <a:p>
            <a:pPr marL="0" lvl="0" indent="0" algn="l" rtl="0">
              <a:buNone/>
            </a:pPr>
            <a:r>
              <a:rPr lang="en"/>
              <a:t>- Nobody knows what's going on - be the voice that helps vocalize this. Ask in lecture, via Discord, email, office hours, or via...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5a697c2256_0_4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5a697c2256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indent="-285750">
              <a:spcAft>
                <a:spcPts val="600"/>
              </a:spcAft>
              <a:buFont typeface="Arial"/>
              <a:buChar char="•"/>
            </a:pPr>
            <a:r>
              <a:rPr lang="en-US" sz="1400"/>
              <a:t>Preview the five stops; stress that it's one continuous thread built around the Dog class.</a:t>
            </a:r>
          </a:p>
          <a:p>
            <a:pPr marL="285750" indent="-285750">
              <a:spcAft>
                <a:spcPts val="600"/>
              </a:spcAft>
              <a:buFont typeface="Arial"/>
              <a:buChar char="•"/>
            </a:pPr>
            <a:r>
              <a:rPr lang="en-US" sz="1400"/>
              <a:t>Flag the natural break after the Dog code slide (slide 14).</a:t>
            </a:r>
          </a:p>
          <a:p>
            <a:pPr marL="285750" indent="-285750">
              <a:spcAft>
                <a:spcPts val="600"/>
              </a:spcAft>
              <a:buFont typeface="Arial"/>
              <a:buChar char="•"/>
            </a:pPr>
            <a:r>
              <a:rPr lang="en-US" sz="1400"/>
              <a:t>Set expectations: today is a re-warm-up, not brand-new material.</a:t>
            </a:r>
          </a:p>
          <a:p>
            <a:pPr marL="285750" indent="-285750">
              <a:spcAft>
                <a:spcPts val="600"/>
              </a:spcAft>
              <a:buFont typeface="Arial"/>
              <a:buChar char="•"/>
            </a:pPr>
            <a:r>
              <a:rPr lang="en-US" sz="1400"/>
              <a:t>Call out where they are on this roadmap as you move through the lecture.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85750" indent="-285750">
              <a:spcAft>
                <a:spcPts val="600"/>
              </a:spcAft>
              <a:buFont typeface="Arial"/>
              <a:buChar char="•"/>
            </a:pPr>
            <a:r>
              <a:rPr lang="en-US" sz="1400"/>
              <a:t>Open floor — let them shout out languages; jot them on the board.</a:t>
            </a:r>
          </a:p>
          <a:p>
            <a:pPr marL="285750" indent="-285750">
              <a:spcAft>
                <a:spcPts val="600"/>
              </a:spcAft>
              <a:buFont typeface="Arial"/>
              <a:buChar char="•"/>
            </a:pPr>
            <a:r>
              <a:rPr lang="en-US" sz="1400"/>
              <a:t>Draw out the differences (typing, syntax, use cases) to surface what they already know.</a:t>
            </a:r>
          </a:p>
          <a:p>
            <a:pPr marL="285750" indent="-285750">
              <a:spcAft>
                <a:spcPts val="600"/>
              </a:spcAft>
              <a:buFont typeface="Arial"/>
              <a:buChar char="•"/>
            </a:pPr>
            <a:r>
              <a:rPr lang="en-US" sz="1400"/>
              <a:t>Bridge forward: "hold that thought — we'll build on it as we get into Java classes."</a:t>
            </a:r>
          </a:p>
          <a:p>
            <a:pPr marL="285750" indent="-285750">
              <a:spcAft>
                <a:spcPts val="600"/>
              </a:spcAft>
              <a:buFont typeface="Arial"/>
              <a:buChar char="•"/>
            </a:pPr>
            <a:r>
              <a:rPr lang="en-US" sz="1400"/>
              <a:t>Keep it light, about 5 minutes; don't let it stall.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a:t>This distinction matters all semester — primitives store values directly, reference types store addresses. The == operator behaves differently for each, which we will revisit when we compare objects.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5a697c2256_0_4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5a697c2256_0_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Page 2 remarkable, write a basic class on the board, add a constructor for the class</a:t>
            </a:r>
          </a:p>
          <a:p>
            <a:r>
              <a:rPr lang="en-US"/>
              <a:t>Add getters and setters for the class</a:t>
            </a:r>
          </a:p>
          <a:p>
            <a:pPr lvl="1"/>
            <a:r>
              <a:rPr lang="en-US"/>
              <a:t>Page 2 and 3</a:t>
            </a:r>
          </a:p>
          <a:p>
            <a:pPr lvl="2"/>
            <a:r>
              <a:rPr lang="en-US"/>
              <a:t>Don’t go into the idea of this. In memory yet</a:t>
            </a:r>
          </a:p>
          <a:p>
            <a:pPr lvl="0"/>
            <a:r>
              <a:rPr lang="en-US"/>
              <a:t>Show how we import and call this new class in main</a:t>
            </a:r>
          </a:p>
          <a:p>
            <a:pPr lvl="1"/>
            <a:r>
              <a:rPr lang="en-US"/>
              <a:t>Import </a:t>
            </a:r>
            <a:r>
              <a:rPr lang="en-US" err="1"/>
              <a:t>packagename.classname</a:t>
            </a:r>
            <a:endParaRPr lang="en-US"/>
          </a:p>
          <a:p>
            <a:pPr lvl="1"/>
            <a:r>
              <a:rPr lang="en-US" err="1"/>
              <a:t>Classname</a:t>
            </a:r>
            <a:r>
              <a:rPr lang="en-US"/>
              <a:t> </a:t>
            </a:r>
            <a:r>
              <a:rPr lang="en-US" err="1"/>
              <a:t>objectname</a:t>
            </a:r>
            <a:r>
              <a:rPr lang="en-US"/>
              <a:t> = new </a:t>
            </a:r>
            <a:r>
              <a:rPr lang="en-US" err="1"/>
              <a:t>classconstructor</a:t>
            </a:r>
            <a:r>
              <a:rPr lang="en-US"/>
              <a:t>(arguments)</a:t>
            </a:r>
          </a:p>
          <a:p>
            <a:pPr lvl="2"/>
            <a:endParaRPr lang="en-US"/>
          </a:p>
          <a:p>
            <a:r>
              <a:rPr lang="en-US" b="1"/>
              <a:t>Terminology detail (the three cards):</a:t>
            </a:r>
          </a:p>
          <a:p>
            <a:pPr lvl="1"/>
            <a:r>
              <a:rPr lang="en-US"/>
              <a:t>Constructor — a special method that builds and initializes a new object; runs when the new keyword is used. It has the same name as the class and sets up the object's initial state, usually taking parameters (e.g. new Dog("Rex", 4) sets name and age).</a:t>
            </a:r>
          </a:p>
          <a:p>
            <a:pPr lvl="1"/>
            <a:r>
              <a:rPr lang="en-US"/>
              <a:t>Getter (observer / accessor) — retrieves the value of a private field so outside code can safely read it without modifying it. Read-only; e.g. getName(), getAge(), getBreed().</a:t>
            </a:r>
          </a:p>
          <a:p>
            <a:pPr lvl="1"/>
            <a:r>
              <a:rPr lang="en-US"/>
              <a:t>Setter (transformer / mutator) — updates or modifies the value of a private field in a controlled way; the safe path for writing a field, e.g. setAge(5), setName("Bella").</a:t>
            </a:r>
          </a:p>
          <a:p>
            <a:pPr lvl="1"/>
            <a:r>
              <a:rPr lang="en-US"/>
              <a:t>Getters and setters guard private fields — this is the encapsulation we formalize with access modifiers on the next slide.</a:t>
            </a:r>
          </a:p>
        </p:txBody>
      </p:sp>
    </p:spTree>
    <p:extLst>
      <p:ext uri="{BB962C8B-B14F-4D97-AF65-F5344CB8AC3E}">
        <p14:creationId xmlns:p14="http://schemas.microsoft.com/office/powerpoint/2010/main" val="3369856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a:t>Walk students through the broken version first — ask them what they think name = name does. Let them realize the parameter shadows the field. Then show the fix with this. This is one of the most common constructor bugs beginners write.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spcAft>
                <a:spcPts val="600"/>
              </a:spcAft>
              <a:buNone/>
            </a:pPr>
            <a:r>
              <a:rPr lang="en-US" b="1">
                <a:latin typeface="Calibri"/>
                <a:ea typeface="Calibri"/>
                <a:cs typeface="Calibri"/>
              </a:rPr>
              <a:t>The access table (from Table 1.1) is on the slide — walk the four modifiers top to bottom:</a:t>
            </a:r>
          </a:p>
          <a:p>
            <a:pPr marL="285750" indent="-285750">
              <a:spcAft>
                <a:spcPts val="600"/>
              </a:spcAft>
              <a:buFont typeface="Arial"/>
              <a:buChar char="•"/>
            </a:pPr>
            <a:r>
              <a:rPr lang="en-US" b="1">
                <a:latin typeface="Calibri"/>
                <a:ea typeface="Calibri"/>
                <a:cs typeface="Calibri"/>
              </a:rPr>
              <a:t>public</a:t>
            </a:r>
            <a:r>
              <a:rPr lang="en-US">
                <a:latin typeface="Calibri"/>
                <a:ea typeface="Calibri"/>
                <a:cs typeface="Calibri"/>
              </a:rPr>
              <a:t> — accessible from anywhere: any class, any package.</a:t>
            </a:r>
          </a:p>
          <a:p>
            <a:pPr marL="285750" indent="-285750">
              <a:spcAft>
                <a:spcPts val="600"/>
              </a:spcAft>
              <a:buFont typeface="Arial"/>
              <a:buChar char="•"/>
            </a:pPr>
            <a:r>
              <a:rPr lang="en-US" b="1">
                <a:latin typeface="Calibri"/>
                <a:ea typeface="Calibri"/>
                <a:cs typeface="Calibri"/>
              </a:rPr>
              <a:t>protected</a:t>
            </a:r>
            <a:r>
              <a:rPr lang="en-US">
                <a:latin typeface="Calibri"/>
                <a:ea typeface="Calibri"/>
                <a:cs typeface="Calibri"/>
              </a:rPr>
              <a:t> — same class, subclasses (even in other packages), and other classes in the same package; outside classes that are NOT subclasses can't reach it directly.</a:t>
            </a:r>
          </a:p>
          <a:p>
            <a:pPr marL="285750" indent="-285750">
              <a:spcAft>
                <a:spcPts val="600"/>
              </a:spcAft>
              <a:buFont typeface="Arial"/>
              <a:buChar char="•"/>
            </a:pPr>
            <a:r>
              <a:rPr lang="en-US" b="1">
                <a:latin typeface="Calibri"/>
                <a:ea typeface="Calibri"/>
                <a:cs typeface="Calibri"/>
              </a:rPr>
              <a:t>package</a:t>
            </a:r>
            <a:r>
              <a:rPr lang="en-US">
                <a:latin typeface="Calibri"/>
                <a:ea typeface="Calibri"/>
                <a:cs typeface="Calibri"/>
              </a:rPr>
              <a:t> (default, no keyword) — same package only.</a:t>
            </a:r>
          </a:p>
          <a:p>
            <a:pPr marL="285750" indent="-285750">
              <a:spcAft>
                <a:spcPts val="600"/>
              </a:spcAft>
              <a:buFont typeface="Arial"/>
              <a:buChar char="•"/>
            </a:pPr>
            <a:r>
              <a:rPr lang="en-US" b="1">
                <a:latin typeface="Calibri"/>
                <a:ea typeface="Calibri"/>
                <a:cs typeface="Calibri"/>
              </a:rPr>
              <a:t>private</a:t>
            </a:r>
            <a:r>
              <a:rPr lang="en-US">
                <a:latin typeface="Calibri"/>
                <a:ea typeface="Calibri"/>
                <a:cs typeface="Calibri"/>
              </a:rPr>
              <a:t> — only within the same class; enforces encapsulation, so outside code goes through getters and setters.</a:t>
            </a:r>
          </a:p>
          <a:p>
            <a:pPr>
              <a:spcBef>
                <a:spcPts val="300"/>
              </a:spcBef>
              <a:buNone/>
            </a:pPr>
            <a:r>
              <a:rPr lang="en-US" i="1">
                <a:latin typeface="Calibri"/>
                <a:ea typeface="Calibri"/>
                <a:cs typeface="Calibri"/>
              </a:rPr>
              <a:t>Point out the staircase — access narrows as you read down the table.</a:t>
            </a:r>
          </a:p>
        </p:txBody>
      </p:sp>
    </p:spTree>
    <p:extLst>
      <p:ext uri="{BB962C8B-B14F-4D97-AF65-F5344CB8AC3E}">
        <p14:creationId xmlns:p14="http://schemas.microsoft.com/office/powerpoint/2010/main" val="1150092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Objects are some collection of properties that can be expressed as variables and functions</a:t>
            </a:r>
          </a:p>
          <a:p>
            <a:pPr lvl="1"/>
            <a:r>
              <a:rPr lang="en-US"/>
              <a:t>Things it knows</a:t>
            </a:r>
          </a:p>
          <a:p>
            <a:pPr lvl="1"/>
            <a:r>
              <a:rPr lang="en-US"/>
              <a:t>Things it can do</a:t>
            </a:r>
          </a:p>
          <a:p>
            <a:r>
              <a:rPr lang="en-US"/>
              <a:t>Fields in objects are instance variables and functions are called methods</a:t>
            </a:r>
          </a:p>
          <a:p>
            <a:pPr lvl="1"/>
            <a:r>
              <a:rPr lang="en-US"/>
              <a:t>Methods discussed on next slide</a:t>
            </a:r>
          </a:p>
        </p:txBody>
      </p:sp>
    </p:spTree>
    <p:extLst>
      <p:ext uri="{BB962C8B-B14F-4D97-AF65-F5344CB8AC3E}">
        <p14:creationId xmlns:p14="http://schemas.microsoft.com/office/powerpoint/2010/main" val="3955083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a:t>NullPointerException will be the most common error message they see this semester. Spend 2–3 minutes here. Emphasize that the compiler does not catch this — it is a runtime crash. Show them what the error message looks like in an IDE so they recognize it immediately.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661896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a:latin typeface="Calibri"/>
                <a:ea typeface="Calibri"/>
                <a:cs typeface="Calibri"/>
              </a:rPr>
              <a:t>Walk through an example of classes and objects being created, </a:t>
            </a:r>
            <a:br>
              <a:rPr lang="en-US">
                <a:latin typeface="Calibri"/>
                <a:ea typeface="Calibri"/>
                <a:cs typeface="Calibri"/>
              </a:rPr>
            </a:br>
            <a:endParaRPr lang="en-US">
              <a:latin typeface="Calibri"/>
              <a:ea typeface="Calibri"/>
              <a:cs typeface="Calibri"/>
            </a:endParaRPr>
          </a:p>
          <a:p>
            <a:pPr>
              <a:buNone/>
            </a:pPr>
            <a:endParaRPr lang="en-US">
              <a:latin typeface="Calibri"/>
              <a:ea typeface="Calibri"/>
              <a:cs typeface="Calibri"/>
            </a:endParaRPr>
          </a:p>
          <a:p>
            <a:pPr>
              <a:buNone/>
            </a:pPr>
            <a:r>
              <a:rPr lang="en-US">
                <a:latin typeface="Calibri"/>
                <a:ea typeface="Calibri"/>
                <a:cs typeface="Calibri"/>
              </a:rPr>
              <a:t>SKIP AHEAD TO – JAUNT DOWN MEMORY LANE – </a:t>
            </a:r>
          </a:p>
          <a:p>
            <a:pPr>
              <a:buNone/>
            </a:pPr>
            <a:endParaRPr lang="en-US">
              <a:latin typeface="Calibri"/>
              <a:ea typeface="Calibri"/>
              <a:cs typeface="Calibri"/>
            </a:endParaRPr>
          </a:p>
          <a:p>
            <a:pPr>
              <a:buNone/>
            </a:pPr>
            <a:endParaRPr lang="en-US">
              <a:latin typeface="Calibri"/>
              <a:ea typeface="Calibri"/>
              <a:cs typeface="Calibri"/>
            </a:endParaRPr>
          </a:p>
          <a:p>
            <a:pPr>
              <a:buNone/>
            </a:pPr>
            <a:r>
              <a:rPr lang="en-US">
                <a:latin typeface="Calibri"/>
                <a:ea typeface="Calibri"/>
                <a:cs typeface="Calibri"/>
              </a:rPr>
              <a:t>Don’t get into writing out visualizations yet</a:t>
            </a:r>
          </a:p>
        </p:txBody>
      </p:sp>
    </p:spTree>
    <p:extLst>
      <p:ext uri="{BB962C8B-B14F-4D97-AF65-F5344CB8AC3E}">
        <p14:creationId xmlns:p14="http://schemas.microsoft.com/office/powerpoint/2010/main" val="12453383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Walk the class top to bottom: fields, then the constructor, then the getter and the bark() method.</a:t>
            </a:r>
          </a:p>
          <a:p>
            <a:r>
              <a:rPr lang="en-US" b="1" dirty="0"/>
              <a:t>static int vs final int — when to reach for each:</a:t>
            </a:r>
          </a:p>
          <a:p>
            <a:pPr lvl="1"/>
            <a:r>
              <a:rPr lang="en-US" dirty="0"/>
              <a:t>Use static int when you want ONE value shared across every object of the class, and it can still change. </a:t>
            </a:r>
            <a:r>
              <a:rPr lang="en-US"/>
              <a:t>dogCount</a:t>
            </a:r>
            <a:r>
              <a:rPr lang="en-US" dirty="0"/>
              <a:t> is the classic case: there's a single counter for all dogs, and we bump it in the constructor each time a new Dog is made. Any instance (or the class itself) reads the same, up-to-date number.</a:t>
            </a:r>
          </a:p>
          <a:p>
            <a:pPr lvl="1"/>
            <a:r>
              <a:rPr lang="en-US" dirty="0"/>
              <a:t>Use final int when the value must NEVER change after it's set — a constant. LEGS = 4 is fixed; the compiler will reject any attempt to reassign it. This documents intent and protects the value.</a:t>
            </a:r>
          </a:p>
          <a:p>
            <a:pPr lvl="1"/>
            <a:r>
              <a:rPr lang="en-US" dirty="0"/>
              <a:t>The two are independent axes: static is about WHERE the value lives (one shared copy vs. one per object); final is about WHETHER it can change (constant vs. </a:t>
            </a:r>
            <a:r>
              <a:rPr lang="en-US"/>
              <a:t>reassignable</a:t>
            </a:r>
            <a:r>
              <a:rPr lang="en-US" dirty="0"/>
              <a:t>).</a:t>
            </a:r>
          </a:p>
          <a:p>
            <a:pPr lvl="1"/>
            <a:r>
              <a:rPr lang="en-US" dirty="0"/>
              <a:t>You can combine them: static final int is the usual pattern for a true shared constant (e.g. static final int MAX_AGE = 20) — one copy, never changes. Plain final (non-static), like LEGS here, gives each object its own value that's locked once the constructor sets it.</a:t>
            </a:r>
          </a:p>
          <a:p>
            <a:pPr lvl="2"/>
            <a:r>
              <a:rPr lang="en-US" dirty="0"/>
              <a:t>Quick gut-check to offer students: "Should every dog share this number?" → static. "Should this value ever change?" → if no, final.</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Ask students: how does Java know which constructor to call? Walk them to the answer: it matches on the number and types of arguments. Then ask what happens with new Dog() — no match, compile error. This is the moment to introduce the term 'method signature' which they will use all semester.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dirty="0"/>
              <a:t>This should be the end for lecture 1</a:t>
            </a:r>
          </a:p>
          <a:p>
            <a:pPr>
              <a:buNone/>
            </a:pPr>
            <a:endParaRPr lang="en-US" dirty="0"/>
          </a:p>
          <a:p>
            <a:pPr>
              <a:buNone/>
            </a:pPr>
            <a:r>
              <a:rPr lang="en-US" dirty="0"/>
              <a:t>Section transition — take 30 seconds here. Remind students we just built the Dog class. Now ask: what if we wanted a </a:t>
            </a:r>
            <a:r>
              <a:rPr lang="en-US" dirty="0" err="1"/>
              <a:t>GoldenRetriever</a:t>
            </a:r>
            <a:r>
              <a:rPr lang="en-US" dirty="0"/>
              <a:t> that does everything a Dog does plus more? That question is exactly what inheritance solves.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4"/>
        <p:cNvGrpSpPr/>
        <p:nvPr/>
      </p:nvGrpSpPr>
      <p:grpSpPr>
        <a:xfrm>
          <a:off x="0" y="0"/>
          <a:ext cx="0" cy="0"/>
          <a:chOff x="0" y="0"/>
          <a:chExt cx="0" cy="0"/>
        </a:xfrm>
      </p:grpSpPr>
      <p:grpSp>
        <p:nvGrpSpPr>
          <p:cNvPr id="55" name="Google Shape;55;p14"/>
          <p:cNvGrpSpPr/>
          <p:nvPr/>
        </p:nvGrpSpPr>
        <p:grpSpPr>
          <a:xfrm>
            <a:off x="6098378" y="5"/>
            <a:ext cx="3045625" cy="2030570"/>
            <a:chOff x="6098378" y="5"/>
            <a:chExt cx="3045625" cy="2030570"/>
          </a:xfrm>
        </p:grpSpPr>
        <p:sp>
          <p:nvSpPr>
            <p:cNvPr id="56" name="Google Shape;56;p14"/>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4"/>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4"/>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4"/>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61;p14"/>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62" name="Google Shape;62;p14"/>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63" name="Google Shape;63;p1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64"/>
        <p:cNvGrpSpPr/>
        <p:nvPr/>
      </p:nvGrpSpPr>
      <p:grpSpPr>
        <a:xfrm>
          <a:off x="0" y="0"/>
          <a:ext cx="0" cy="0"/>
          <a:chOff x="0" y="0"/>
          <a:chExt cx="0" cy="0"/>
        </a:xfrm>
      </p:grpSpPr>
      <p:grpSp>
        <p:nvGrpSpPr>
          <p:cNvPr id="65" name="Google Shape;65;p15"/>
          <p:cNvGrpSpPr/>
          <p:nvPr/>
        </p:nvGrpSpPr>
        <p:grpSpPr>
          <a:xfrm>
            <a:off x="6098378" y="5"/>
            <a:ext cx="3045625" cy="2030570"/>
            <a:chOff x="6098378" y="5"/>
            <a:chExt cx="3045625" cy="2030570"/>
          </a:xfrm>
        </p:grpSpPr>
        <p:sp>
          <p:nvSpPr>
            <p:cNvPr id="66" name="Google Shape;66;p1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71;p15"/>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72" name="Google Shape;72;p1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3"/>
        <p:cNvGrpSpPr/>
        <p:nvPr/>
      </p:nvGrpSpPr>
      <p:grpSpPr>
        <a:xfrm>
          <a:off x="0" y="0"/>
          <a:ext cx="0" cy="0"/>
          <a:chOff x="0" y="0"/>
          <a:chExt cx="0" cy="0"/>
        </a:xfrm>
      </p:grpSpPr>
      <p:grpSp>
        <p:nvGrpSpPr>
          <p:cNvPr id="74" name="Google Shape;74;p16"/>
          <p:cNvGrpSpPr/>
          <p:nvPr/>
        </p:nvGrpSpPr>
        <p:grpSpPr>
          <a:xfrm>
            <a:off x="0" y="3903669"/>
            <a:ext cx="9144000" cy="1239925"/>
            <a:chOff x="0" y="3903669"/>
            <a:chExt cx="9144000" cy="1239925"/>
          </a:xfrm>
        </p:grpSpPr>
        <p:sp>
          <p:nvSpPr>
            <p:cNvPr id="75" name="Google Shape;75;p16"/>
            <p:cNvSpPr/>
            <p:nvPr/>
          </p:nvSpPr>
          <p:spPr>
            <a:xfrm>
              <a:off x="0" y="5039500"/>
              <a:ext cx="305000" cy="1040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6"/>
            <p:cNvSpPr/>
            <p:nvPr/>
          </p:nvSpPr>
          <p:spPr>
            <a:xfrm>
              <a:off x="610000" y="5039500"/>
              <a:ext cx="305000" cy="104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6"/>
            <p:cNvSpPr/>
            <p:nvPr/>
          </p:nvSpPr>
          <p:spPr>
            <a:xfrm>
              <a:off x="305000" y="5039500"/>
              <a:ext cx="305000" cy="104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CourseTag"/>
            <p:cNvSpPr txBox="1"/>
            <p:nvPr/>
          </p:nvSpPr>
          <p:spPr>
            <a:xfrm>
              <a:off x="311700" y="4762000"/>
              <a:ext cx="4500000" cy="250000"/>
            </a:xfrm>
            <a:prstGeom prst="rect">
              <a:avLst/>
            </a:prstGeom>
            <a:noFill/>
            <a:ln>
              <a:noFill/>
            </a:ln>
          </p:spPr>
          <p:txBody>
            <a:bodyPr spcFirstLastPara="1" wrap="square" lIns="0" tIns="0" rIns="0" bIns="0" anchor="ctr" anchorCtr="0">
              <a:noAutofit/>
            </a:bodyPr>
            <a:lstStyle/>
            <a:p>
              <a:pPr marL="0" lvl="0" indent="0" algn="l" rtl="0">
                <a:buNone/>
              </a:pPr>
              <a:r>
                <a:rPr lang="en" sz="900" b="1" spc="200">
                  <a:solidFill>
                    <a:schemeClr val="lt2"/>
                  </a:solidFill>
                  <a:latin typeface="Roboto"/>
                </a:rPr>
                <a:t>CSC 226  ·  DATA STRUCTURES</a:t>
              </a:r>
              <a:endParaRPr/>
            </a:p>
          </p:txBody>
        </p:sp>
        <p:sp>
          <p:nvSpPr>
            <p:cNvPr id="79" name="Google Shape;79;p16"/>
            <p:cNvSpPr/>
            <p:nvPr/>
          </p:nvSpPr>
          <p:spPr>
            <a:xfrm>
              <a:off x="915000" y="5039500"/>
              <a:ext cx="8229000" cy="10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 name="Google Shape;80;p1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1" name="Google Shape;81;p16"/>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2" name="Google Shape;82;p1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5" name="Google Shape;85;p17"/>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6" name="Google Shape;86;p17"/>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7" name="Google Shape;87;p1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3" name="Google Shape;93;p19"/>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4" name="Google Shape;94;p1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5"/>
        <p:cNvGrpSpPr/>
        <p:nvPr/>
      </p:nvGrpSpPr>
      <p:grpSpPr>
        <a:xfrm>
          <a:off x="0" y="0"/>
          <a:ext cx="0" cy="0"/>
          <a:chOff x="0" y="0"/>
          <a:chExt cx="0" cy="0"/>
        </a:xfrm>
      </p:grpSpPr>
      <p:grpSp>
        <p:nvGrpSpPr>
          <p:cNvPr id="96" name="Google Shape;96;p20"/>
          <p:cNvGrpSpPr/>
          <p:nvPr/>
        </p:nvGrpSpPr>
        <p:grpSpPr>
          <a:xfrm>
            <a:off x="6098378" y="5"/>
            <a:ext cx="3045625" cy="2030570"/>
            <a:chOff x="6098378" y="5"/>
            <a:chExt cx="3045625" cy="2030570"/>
          </a:xfrm>
        </p:grpSpPr>
        <p:sp>
          <p:nvSpPr>
            <p:cNvPr id="97" name="Google Shape;97;p20"/>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0"/>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0"/>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0"/>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0"/>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20"/>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03" name="Google Shape;103;p2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4"/>
        <p:cNvGrpSpPr/>
        <p:nvPr/>
      </p:nvGrpSpPr>
      <p:grpSpPr>
        <a:xfrm>
          <a:off x="0" y="0"/>
          <a:ext cx="0" cy="0"/>
          <a:chOff x="0" y="0"/>
          <a:chExt cx="0" cy="0"/>
        </a:xfrm>
      </p:grpSpPr>
      <p:sp>
        <p:nvSpPr>
          <p:cNvPr id="105" name="Google Shape;105;p21"/>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6" name="Google Shape;106;p21"/>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107" name="Google Shape;107;p21"/>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08" name="Google Shape;108;p21"/>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09" name="Google Shape;109;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110" name="Google Shape;110;p2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1"/>
        <p:cNvGrpSpPr/>
        <p:nvPr/>
      </p:nvGrpSpPr>
      <p:grpSpPr>
        <a:xfrm>
          <a:off x="0" y="0"/>
          <a:ext cx="0" cy="0"/>
          <a:chOff x="0" y="0"/>
          <a:chExt cx="0" cy="0"/>
        </a:xfrm>
      </p:grpSpPr>
      <p:sp>
        <p:nvSpPr>
          <p:cNvPr id="112" name="Google Shape;112;p22"/>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13" name="Google Shape;113;p2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14"/>
        <p:cNvGrpSpPr/>
        <p:nvPr/>
      </p:nvGrpSpPr>
      <p:grpSpPr>
        <a:xfrm>
          <a:off x="0" y="0"/>
          <a:ext cx="0" cy="0"/>
          <a:chOff x="0" y="0"/>
          <a:chExt cx="0" cy="0"/>
        </a:xfrm>
      </p:grpSpPr>
      <p:grpSp>
        <p:nvGrpSpPr>
          <p:cNvPr id="115" name="Google Shape;115;p23"/>
          <p:cNvGrpSpPr/>
          <p:nvPr/>
        </p:nvGrpSpPr>
        <p:grpSpPr>
          <a:xfrm>
            <a:off x="6098378" y="5"/>
            <a:ext cx="3045625" cy="2030570"/>
            <a:chOff x="6098378" y="5"/>
            <a:chExt cx="3045625" cy="2030570"/>
          </a:xfrm>
        </p:grpSpPr>
        <p:sp>
          <p:nvSpPr>
            <p:cNvPr id="116" name="Google Shape;116;p2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23"/>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122" name="Google Shape;122;p23"/>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0"/>
              </a:spcBef>
              <a:spcAft>
                <a:spcPts val="0"/>
              </a:spcAft>
              <a:buClr>
                <a:schemeClr val="lt1"/>
              </a:buClr>
              <a:buSzPts val="1400"/>
              <a:buChar char="○"/>
              <a:defRPr>
                <a:solidFill>
                  <a:schemeClr val="lt1"/>
                </a:solidFill>
              </a:defRPr>
            </a:lvl2pPr>
            <a:lvl3pPr marL="1371600" lvl="2" indent="-317500" algn="ctr">
              <a:spcBef>
                <a:spcPts val="0"/>
              </a:spcBef>
              <a:spcAft>
                <a:spcPts val="0"/>
              </a:spcAft>
              <a:buClr>
                <a:schemeClr val="lt1"/>
              </a:buClr>
              <a:buSzPts val="1400"/>
              <a:buChar char="■"/>
              <a:defRPr>
                <a:solidFill>
                  <a:schemeClr val="lt1"/>
                </a:solidFill>
              </a:defRPr>
            </a:lvl3pPr>
            <a:lvl4pPr marL="1828800" lvl="3" indent="-317500" algn="ctr">
              <a:spcBef>
                <a:spcPts val="0"/>
              </a:spcBef>
              <a:spcAft>
                <a:spcPts val="0"/>
              </a:spcAft>
              <a:buClr>
                <a:schemeClr val="lt1"/>
              </a:buClr>
              <a:buSzPts val="1400"/>
              <a:buChar char="●"/>
              <a:defRPr>
                <a:solidFill>
                  <a:schemeClr val="lt1"/>
                </a:solidFill>
              </a:defRPr>
            </a:lvl4pPr>
            <a:lvl5pPr marL="2286000" lvl="4" indent="-317500" algn="ctr">
              <a:spcBef>
                <a:spcPts val="0"/>
              </a:spcBef>
              <a:spcAft>
                <a:spcPts val="0"/>
              </a:spcAft>
              <a:buClr>
                <a:schemeClr val="lt1"/>
              </a:buClr>
              <a:buSzPts val="1400"/>
              <a:buChar char="○"/>
              <a:defRPr>
                <a:solidFill>
                  <a:schemeClr val="lt1"/>
                </a:solidFill>
              </a:defRPr>
            </a:lvl5pPr>
            <a:lvl6pPr marL="2743200" lvl="5" indent="-317500" algn="ctr">
              <a:spcBef>
                <a:spcPts val="0"/>
              </a:spcBef>
              <a:spcAft>
                <a:spcPts val="0"/>
              </a:spcAft>
              <a:buClr>
                <a:schemeClr val="lt1"/>
              </a:buClr>
              <a:buSzPts val="1400"/>
              <a:buChar char="■"/>
              <a:defRPr>
                <a:solidFill>
                  <a:schemeClr val="lt1"/>
                </a:solidFill>
              </a:defRPr>
            </a:lvl6pPr>
            <a:lvl7pPr marL="3200400" lvl="6" indent="-317500" algn="ctr">
              <a:spcBef>
                <a:spcPts val="0"/>
              </a:spcBef>
              <a:spcAft>
                <a:spcPts val="0"/>
              </a:spcAft>
              <a:buClr>
                <a:schemeClr val="lt1"/>
              </a:buClr>
              <a:buSzPts val="1400"/>
              <a:buChar char="●"/>
              <a:defRPr>
                <a:solidFill>
                  <a:schemeClr val="lt1"/>
                </a:solidFill>
              </a:defRPr>
            </a:lvl7pPr>
            <a:lvl8pPr marL="3657600" lvl="7" indent="-317500" algn="ctr">
              <a:spcBef>
                <a:spcPts val="0"/>
              </a:spcBef>
              <a:spcAft>
                <a:spcPts val="0"/>
              </a:spcAft>
              <a:buClr>
                <a:schemeClr val="lt1"/>
              </a:buClr>
              <a:buSzPts val="1400"/>
              <a:buChar char="○"/>
              <a:defRPr>
                <a:solidFill>
                  <a:schemeClr val="lt1"/>
                </a:solidFill>
              </a:defRPr>
            </a:lvl8pPr>
            <a:lvl9pPr marL="4114800" lvl="8" indent="-317500" algn="ctr">
              <a:spcBef>
                <a:spcPts val="0"/>
              </a:spcBef>
              <a:spcAft>
                <a:spcPts val="0"/>
              </a:spcAft>
              <a:buClr>
                <a:schemeClr val="lt1"/>
              </a:buClr>
              <a:buSzPts val="1400"/>
              <a:buChar char="■"/>
              <a:defRPr>
                <a:solidFill>
                  <a:schemeClr val="lt1"/>
                </a:solidFill>
              </a:defRPr>
            </a:lvl9pPr>
          </a:lstStyle>
          <a:p>
            <a:endParaRPr/>
          </a:p>
        </p:txBody>
      </p:sp>
      <p:sp>
        <p:nvSpPr>
          <p:cNvPr id="123" name="Google Shape;123;p2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4"/>
        <p:cNvGrpSpPr/>
        <p:nvPr/>
      </p:nvGrpSpPr>
      <p:grpSpPr>
        <a:xfrm>
          <a:off x="0" y="0"/>
          <a:ext cx="0" cy="0"/>
          <a:chOff x="0" y="0"/>
          <a:chExt cx="0" cy="0"/>
        </a:xfrm>
      </p:grpSpPr>
      <p:sp>
        <p:nvSpPr>
          <p:cNvPr id="125" name="Google Shape;125;p2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4" r:id="rId5"/>
    <p:sldLayoutId id="2147483665" r:id="rId6"/>
    <p:sldLayoutId id="2147483666" r:id="rId7"/>
    <p:sldLayoutId id="2147483667" r:id="rId8"/>
    <p:sldLayoutId id="2147483668" r:id="rId9"/>
    <p:sldLayoutId id="214748366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www.amazon.com/Object-Oriented-Data-Structures-Using-Java/dp/1284089096?pd_rd_w=57ucW&amp;content-id=amzn1.sym.bb21fc54-1dd8-448e-92bb-2ddce187f4ac%3Aamzn1.symc.40e6a10e-cbc4-4fa5-81e3-4435ff64d03b&amp;pf_rd_p=bb21fc54-1dd8-448e-92bb-2ddce187f4ac&amp;pf_rd_r=BQ0H84439XZNC0G71DED&amp;pd_rd_wg=KtovJ&amp;pd_rd_r=0472c889-ebac-4a05-8d13-7f8cf233dfc5&amp;pd_rd_i=1284089096"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hyperlink" Target="https://discord.gg/P7vC7Pdy4h"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37"/>
          <p:cNvPicPr preferRelativeResize="0"/>
          <p:nvPr/>
        </p:nvPicPr>
        <p:blipFill>
          <a:blip r:embed="rId3">
            <a:alphaModFix/>
          </a:blip>
          <a:stretch>
            <a:fillRect/>
          </a:stretch>
        </p:blipFill>
        <p:spPr>
          <a:xfrm>
            <a:off x="6718106" y="1725250"/>
            <a:ext cx="2947044" cy="2665075"/>
          </a:xfrm>
          <a:prstGeom prst="rect">
            <a:avLst/>
          </a:prstGeom>
          <a:noFill/>
          <a:ln>
            <a:noFill/>
          </a:ln>
        </p:spPr>
      </p:pic>
      <p:sp>
        <p:nvSpPr>
          <p:cNvPr id="176" name="Google Shape;176;p3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Who Am I?</a:t>
            </a:r>
            <a:endParaRPr/>
          </a:p>
        </p:txBody>
      </p:sp>
      <p:sp>
        <p:nvSpPr>
          <p:cNvPr id="177" name="Google Shape;177;p37"/>
          <p:cNvSpPr txBox="1">
            <a:spLocks noGrp="1"/>
          </p:cNvSpPr>
          <p:nvPr>
            <p:ph type="body" idx="1"/>
          </p:nvPr>
        </p:nvSpPr>
        <p:spPr>
          <a:xfrm>
            <a:off x="311700" y="1179725"/>
            <a:ext cx="8520600" cy="33390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a:t>Jack Forden</a:t>
            </a:r>
            <a:endParaRPr/>
          </a:p>
          <a:p>
            <a:pPr marL="457200" lvl="0" indent="-317182" algn="l" rtl="0">
              <a:spcBef>
                <a:spcPts val="1200"/>
              </a:spcBef>
              <a:spcAft>
                <a:spcPts val="0"/>
              </a:spcAft>
              <a:buSzPct val="100000"/>
              <a:buChar char="-"/>
            </a:pPr>
            <a:r>
              <a:rPr lang="en"/>
              <a:t>Marquette alumni ‘22, -&gt; Graduate Program: ‘25</a:t>
            </a:r>
            <a:endParaRPr/>
          </a:p>
          <a:p>
            <a:pPr marL="457200" lvl="0" indent="-317182" algn="l" rtl="0">
              <a:spcBef>
                <a:spcPts val="0"/>
              </a:spcBef>
              <a:spcAft>
                <a:spcPts val="0"/>
              </a:spcAft>
              <a:buSzPct val="100000"/>
              <a:buChar char="-"/>
            </a:pPr>
            <a:r>
              <a:rPr lang="en"/>
              <a:t>Focus Areas:</a:t>
            </a:r>
            <a:endParaRPr/>
          </a:p>
          <a:p>
            <a:pPr marL="914400" lvl="1" indent="-292177" algn="l" rtl="0">
              <a:spcBef>
                <a:spcPts val="0"/>
              </a:spcBef>
              <a:spcAft>
                <a:spcPts val="0"/>
              </a:spcAft>
              <a:buSzPct val="100000"/>
              <a:buChar char="-"/>
            </a:pPr>
            <a:r>
              <a:rPr lang="en" sz="1291"/>
              <a:t>CS-Education, Student Retention,  Languages, CS History, OS, Compilers</a:t>
            </a:r>
            <a:endParaRPr sz="1291"/>
          </a:p>
          <a:p>
            <a:pPr marL="457200" lvl="0" indent="-317182" algn="l" rtl="0">
              <a:spcBef>
                <a:spcPts val="0"/>
              </a:spcBef>
              <a:spcAft>
                <a:spcPts val="0"/>
              </a:spcAft>
              <a:buSzPct val="100000"/>
              <a:buChar char="-"/>
            </a:pPr>
            <a:r>
              <a:rPr lang="en"/>
              <a:t>Outside of Academics</a:t>
            </a:r>
          </a:p>
          <a:p>
            <a:pPr lvl="1" indent="-317182">
              <a:buSzPct val="100000"/>
              <a:buChar char="-"/>
            </a:pPr>
            <a:r>
              <a:rPr lang="en"/>
              <a:t>Competitive Games +++</a:t>
            </a:r>
          </a:p>
          <a:p>
            <a:pPr lvl="2" indent="-317182">
              <a:buSzPct val="100000"/>
              <a:buChar char="-"/>
            </a:pPr>
            <a:r>
              <a:rPr lang="en"/>
              <a:t>CS2</a:t>
            </a:r>
          </a:p>
          <a:p>
            <a:pPr lvl="2" indent="-317182">
              <a:buSzPct val="100000"/>
              <a:buChar char="-"/>
            </a:pPr>
            <a:r>
              <a:rPr lang="en-US"/>
              <a:t>Tarkov</a:t>
            </a:r>
          </a:p>
          <a:p>
            <a:pPr marL="914400" lvl="1" indent="-297497" algn="l" rtl="0">
              <a:spcBef>
                <a:spcPts val="0"/>
              </a:spcBef>
              <a:spcAft>
                <a:spcPts val="0"/>
              </a:spcAft>
              <a:buSzPct val="100000"/>
              <a:buChar char="-"/>
            </a:pPr>
            <a:r>
              <a:rPr lang="en"/>
              <a:t>Chillies aficionado</a:t>
            </a:r>
            <a:endParaRPr/>
          </a:p>
          <a:p>
            <a:pPr marL="914400" lvl="1" indent="-297497" algn="l" rtl="0">
              <a:spcBef>
                <a:spcPts val="0"/>
              </a:spcBef>
              <a:spcAft>
                <a:spcPts val="0"/>
              </a:spcAft>
              <a:buSzPct val="100000"/>
              <a:buChar char="-"/>
            </a:pPr>
            <a:r>
              <a:rPr lang="en"/>
              <a:t>Favorite things:</a:t>
            </a:r>
            <a:endParaRPr/>
          </a:p>
          <a:p>
            <a:pPr marL="1371600" lvl="2" indent="-284799" algn="l" rtl="0">
              <a:spcBef>
                <a:spcPts val="0"/>
              </a:spcBef>
              <a:spcAft>
                <a:spcPts val="0"/>
              </a:spcAft>
              <a:buSzPct val="100000"/>
              <a:buChar char="-"/>
            </a:pPr>
            <a:r>
              <a:rPr lang="en" sz="1141"/>
              <a:t>FMAB</a:t>
            </a:r>
          </a:p>
          <a:p>
            <a:pPr marL="1371600" lvl="2" indent="-284799" algn="l" rtl="0">
              <a:spcBef>
                <a:spcPts val="0"/>
              </a:spcBef>
              <a:spcAft>
                <a:spcPts val="0"/>
              </a:spcAft>
              <a:buSzPct val="100000"/>
              <a:buChar char="-"/>
            </a:pPr>
            <a:r>
              <a:rPr lang="en" sz="1141"/>
              <a:t>Wilder Woods(FEVER/Sky, Patience) </a:t>
            </a:r>
            <a:endParaRPr sz="1141"/>
          </a:p>
          <a:p>
            <a:pPr marL="914400" lvl="1" indent="-284799" algn="l" rtl="0">
              <a:spcBef>
                <a:spcPts val="0"/>
              </a:spcBef>
              <a:spcAft>
                <a:spcPts val="0"/>
              </a:spcAft>
              <a:buSzPct val="100000"/>
              <a:buChar char="-"/>
            </a:pPr>
            <a:r>
              <a:rPr lang="en" sz="1141"/>
              <a:t>Toes in the water</a:t>
            </a:r>
            <a:endParaRPr sz="1141"/>
          </a:p>
          <a:p>
            <a:pPr marL="1371600" lvl="2" indent="-284799" algn="l" rtl="0">
              <a:spcBef>
                <a:spcPts val="0"/>
              </a:spcBef>
              <a:spcAft>
                <a:spcPts val="0"/>
              </a:spcAft>
              <a:buSzPct val="100000"/>
              <a:buChar char="-"/>
            </a:pPr>
            <a:r>
              <a:rPr lang="en" sz="1141"/>
              <a:t>Game Design</a:t>
            </a:r>
          </a:p>
          <a:p>
            <a:pPr marL="1371600" lvl="2" indent="-284799" algn="l" rtl="0">
              <a:spcBef>
                <a:spcPts val="0"/>
              </a:spcBef>
              <a:spcAft>
                <a:spcPts val="0"/>
              </a:spcAft>
              <a:buSzPct val="100000"/>
              <a:buChar char="-"/>
            </a:pPr>
            <a:r>
              <a:rPr lang="en" sz="1141"/>
              <a:t>Tournament organizing for Broken Arrow</a:t>
            </a:r>
          </a:p>
          <a:p>
            <a:pPr lvl="3" indent="-284799">
              <a:buSzPct val="100000"/>
              <a:buChar char="-"/>
            </a:pPr>
            <a:r>
              <a:rPr lang="en-US" sz="1141"/>
              <a:t>https://www.ba-hub.net/</a:t>
            </a:r>
            <a:endParaRPr sz="1141"/>
          </a:p>
          <a:p>
            <a:pPr marL="1371600" lvl="2" indent="-284799" algn="l" rtl="0">
              <a:spcBef>
                <a:spcPts val="0"/>
              </a:spcBef>
              <a:spcAft>
                <a:spcPts val="0"/>
              </a:spcAft>
              <a:buSzPct val="100000"/>
              <a:buChar char="-"/>
            </a:pPr>
            <a:r>
              <a:rPr lang="en" sz="1141"/>
              <a:t>Extreme couponing </a:t>
            </a:r>
            <a:endParaRPr sz="1141"/>
          </a:p>
        </p:txBody>
      </p:sp>
      <p:pic>
        <p:nvPicPr>
          <p:cNvPr id="178" name="Google Shape;178;p37"/>
          <p:cNvPicPr preferRelativeResize="0"/>
          <p:nvPr/>
        </p:nvPicPr>
        <p:blipFill>
          <a:blip r:embed="rId4">
            <a:alphaModFix/>
          </a:blip>
          <a:stretch>
            <a:fillRect/>
          </a:stretch>
        </p:blipFill>
        <p:spPr>
          <a:xfrm>
            <a:off x="5572875" y="-90275"/>
            <a:ext cx="2570775" cy="2411326"/>
          </a:xfrm>
          <a:prstGeom prst="rect">
            <a:avLst/>
          </a:prstGeom>
          <a:noFill/>
          <a:ln>
            <a:noFill/>
          </a:ln>
        </p:spPr>
      </p:pic>
      <p:pic>
        <p:nvPicPr>
          <p:cNvPr id="179" name="Google Shape;179;p37"/>
          <p:cNvPicPr preferRelativeResize="0"/>
          <p:nvPr/>
        </p:nvPicPr>
        <p:blipFill>
          <a:blip r:embed="rId5">
            <a:alphaModFix/>
          </a:blip>
          <a:stretch>
            <a:fillRect/>
          </a:stretch>
        </p:blipFill>
        <p:spPr>
          <a:xfrm>
            <a:off x="4700800" y="2163924"/>
            <a:ext cx="2693426" cy="2541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Title"/>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buNone/>
            </a:pPr>
            <a:r>
              <a:rPr lang="en"/>
              <a:t>Course Logistics</a:t>
            </a:r>
          </a:p>
        </p:txBody>
      </p:sp>
      <p:sp>
        <p:nvSpPr>
          <p:cNvPr id="185"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a:solidFill>
                  <a:schemeClr val="lt2"/>
                </a:solidFill>
                <a:latin typeface="Roboto"/>
              </a:rPr>
              <a:t>Where and how we meet this semester.</a:t>
            </a:r>
          </a:p>
        </p:txBody>
      </p:sp>
      <p:sp>
        <p:nvSpPr>
          <p:cNvPr id="10" name="Card1"/>
          <p:cNvSpPr/>
          <p:nvPr/>
        </p:nvSpPr>
        <p:spPr>
          <a:xfrm>
            <a:off x="311700" y="1520000"/>
            <a:ext cx="4175200" cy="2620000"/>
          </a:xfrm>
          <a:prstGeom prst="roundRect">
            <a:avLst>
              <a:gd name="adj" fmla="val 55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12" name="C1circle"/>
          <p:cNvSpPr/>
          <p:nvPr/>
        </p:nvSpPr>
        <p:spPr>
          <a:xfrm>
            <a:off x="561700" y="1770000"/>
            <a:ext cx="620000" cy="620000"/>
          </a:xfrm>
          <a:prstGeom prst="ellipse">
            <a:avLst/>
          </a:prstGeom>
          <a:solidFill>
            <a:schemeClr val="accent2"/>
          </a:solidFill>
          <a:ln>
            <a:noFill/>
          </a:ln>
        </p:spPr>
        <p:txBody>
          <a:bodyPr wrap="square" lIns="0" tIns="0" rIns="0" bIns="0" anchor="ctr" anchorCtr="1">
            <a:noAutofit/>
          </a:bodyPr>
          <a:lstStyle/>
          <a:p>
            <a:pPr algn="ctr">
              <a:buNone/>
            </a:pPr>
            <a:r>
              <a:rPr lang="en" sz="2000" b="1">
                <a:solidFill>
                  <a:schemeClr val="lt1"/>
                </a:solidFill>
                <a:latin typeface="Roboto"/>
              </a:rPr>
              <a:t>L</a:t>
            </a:r>
          </a:p>
        </p:txBody>
      </p:sp>
      <p:sp>
        <p:nvSpPr>
          <p:cNvPr id="14" name="C1text"/>
          <p:cNvSpPr txBox="1"/>
          <p:nvPr/>
        </p:nvSpPr>
        <p:spPr>
          <a:xfrm>
            <a:off x="561700" y="2520000"/>
            <a:ext cx="3675200" cy="1450000"/>
          </a:xfrm>
          <a:prstGeom prst="rect">
            <a:avLst/>
          </a:prstGeom>
          <a:noFill/>
        </p:spPr>
        <p:txBody>
          <a:bodyPr wrap="square" lIns="0" tIns="0" rIns="0" bIns="0" anchor="t">
            <a:noAutofit/>
          </a:bodyPr>
          <a:lstStyle/>
          <a:p>
            <a:pPr marL="0" indent="0">
              <a:spcAft>
                <a:spcPts val="400"/>
              </a:spcAft>
              <a:buNone/>
            </a:pPr>
            <a:r>
              <a:rPr lang="en" sz="1000" b="1" spc="180">
                <a:solidFill>
                  <a:schemeClr val="accent2"/>
                </a:solidFill>
                <a:latin typeface="Roboto"/>
              </a:rPr>
              <a:t>LECTURES</a:t>
            </a:r>
          </a:p>
          <a:p>
            <a:pPr marL="0" indent="0">
              <a:spcAft>
                <a:spcPts val="300"/>
              </a:spcAft>
              <a:buNone/>
            </a:pPr>
            <a:r>
              <a:rPr lang="en" sz="2000" b="1">
                <a:solidFill>
                  <a:schemeClr val="dk2"/>
                </a:solidFill>
                <a:latin typeface="Roboto"/>
              </a:rPr>
              <a:t>Mon · Wed · Fri</a:t>
            </a:r>
          </a:p>
          <a:p>
            <a:pPr marL="0" indent="0">
              <a:buNone/>
            </a:pPr>
            <a:r>
              <a:rPr lang="en" sz="1600" b="0">
                <a:solidFill>
                  <a:schemeClr val="accent2"/>
                </a:solidFill>
                <a:latin typeface="Roboto"/>
              </a:rPr>
              <a:t>2:40 – 3:50 PM</a:t>
            </a:r>
          </a:p>
        </p:txBody>
      </p:sp>
      <p:sp>
        <p:nvSpPr>
          <p:cNvPr id="11" name="Card2"/>
          <p:cNvSpPr/>
          <p:nvPr/>
        </p:nvSpPr>
        <p:spPr>
          <a:xfrm>
            <a:off x="4657100" y="1520000"/>
            <a:ext cx="4175200" cy="2620000"/>
          </a:xfrm>
          <a:prstGeom prst="roundRect">
            <a:avLst>
              <a:gd name="adj" fmla="val 55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13" name="C2circle"/>
          <p:cNvSpPr/>
          <p:nvPr/>
        </p:nvSpPr>
        <p:spPr>
          <a:xfrm>
            <a:off x="4907100" y="1770000"/>
            <a:ext cx="620000" cy="620000"/>
          </a:xfrm>
          <a:prstGeom prst="ellipse">
            <a:avLst/>
          </a:prstGeom>
          <a:solidFill>
            <a:schemeClr val="accent3"/>
          </a:solidFill>
          <a:ln>
            <a:noFill/>
          </a:ln>
        </p:spPr>
        <p:txBody>
          <a:bodyPr wrap="square" lIns="0" tIns="0" rIns="0" bIns="0" anchor="ctr" anchorCtr="1">
            <a:noAutofit/>
          </a:bodyPr>
          <a:lstStyle/>
          <a:p>
            <a:pPr algn="ctr">
              <a:buNone/>
            </a:pPr>
            <a:r>
              <a:rPr lang="en" sz="2000" b="1">
                <a:solidFill>
                  <a:schemeClr val="lt1"/>
                </a:solidFill>
                <a:latin typeface="Roboto"/>
              </a:rPr>
              <a:t>B</a:t>
            </a:r>
          </a:p>
        </p:txBody>
      </p:sp>
      <p:sp>
        <p:nvSpPr>
          <p:cNvPr id="15" name="C2text"/>
          <p:cNvSpPr txBox="1"/>
          <p:nvPr/>
        </p:nvSpPr>
        <p:spPr>
          <a:xfrm>
            <a:off x="4907100" y="2520000"/>
            <a:ext cx="3675200" cy="1450000"/>
          </a:xfrm>
          <a:prstGeom prst="rect">
            <a:avLst/>
          </a:prstGeom>
          <a:noFill/>
        </p:spPr>
        <p:txBody>
          <a:bodyPr wrap="square" lIns="0" tIns="0" rIns="0" bIns="0" anchor="t">
            <a:noAutofit/>
          </a:bodyPr>
          <a:lstStyle/>
          <a:p>
            <a:pPr marL="0" indent="0">
              <a:spcAft>
                <a:spcPts val="400"/>
              </a:spcAft>
              <a:buNone/>
            </a:pPr>
            <a:r>
              <a:rPr lang="en" sz="1000" b="1" spc="180">
                <a:solidFill>
                  <a:schemeClr val="accent3"/>
                </a:solidFill>
                <a:latin typeface="Roboto"/>
              </a:rPr>
              <a:t>TEXTBOOK</a:t>
            </a:r>
          </a:p>
          <a:p>
            <a:pPr marL="0" indent="0">
              <a:spcAft>
                <a:spcPts val="300"/>
              </a:spcAft>
              <a:buNone/>
            </a:pPr>
            <a:r>
              <a:rPr lang="en" sz="1500" b="1">
                <a:solidFill>
                  <a:schemeClr val="dk2"/>
                </a:solidFill>
                <a:latin typeface="Roboto"/>
              </a:rPr>
              <a:t>Object-Oriented Data Structures Using Java</a:t>
            </a:r>
          </a:p>
          <a:p>
            <a:pPr marL="0" indent="0">
              <a:buNone/>
            </a:pPr>
            <a:r>
              <a:rPr lang="en" sz="1400" b="0">
                <a:solidFill>
                  <a:schemeClr val="accent3"/>
                </a:solidFill>
                <a:latin typeface="Roboto"/>
                <a:hlinkClick r:id="rId3"/>
              </a:rPr>
              <a:t>4th Edition · Nell Dale</a:t>
            </a:r>
          </a:p>
        </p:txBody>
      </p:sp>
      <p:sp>
        <p:nvSpPr>
          <p:cNvPr id="20" name="NoteStrip"/>
          <p:cNvSpPr txBox="1"/>
          <p:nvPr/>
        </p:nvSpPr>
        <p:spPr>
          <a:xfrm>
            <a:off x="311700" y="4300000"/>
            <a:ext cx="8520600" cy="330000"/>
          </a:xfrm>
          <a:prstGeom prst="roundRect">
            <a:avLst>
              <a:gd name="adj" fmla="val 20000"/>
            </a:avLst>
          </a:prstGeom>
          <a:solidFill>
            <a:schemeClr val="accent2">
              <a:alpha val="10000"/>
            </a:schemeClr>
          </a:solidFill>
          <a:ln>
            <a:noFill/>
          </a:ln>
        </p:spPr>
        <p:txBody>
          <a:bodyPr wrap="square" lIns="137160" tIns="0" rIns="137160" bIns="0" anchor="ctr">
            <a:noAutofit/>
          </a:bodyPr>
          <a:lstStyle/>
          <a:p>
            <a:pPr marL="0" indent="0">
              <a:buNone/>
            </a:pPr>
            <a:r>
              <a:rPr lang="en" sz="1200" b="1">
                <a:solidFill>
                  <a:schemeClr val="accent2"/>
                </a:solidFill>
                <a:latin typeface="Roboto"/>
              </a:rPr>
              <a:t>Bring questions — </a:t>
            </a:r>
            <a:r>
              <a:rPr lang="en" sz="1200" b="0">
                <a:solidFill>
                  <a:schemeClr val="dk2"/>
                </a:solidFill>
                <a:latin typeface="Roboto"/>
              </a:rPr>
              <a:t>every lecture leaves time for them.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Title"/>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buNone/>
            </a:pPr>
            <a:r>
              <a:rPr lang="en"/>
              <a:t>Grading Scale</a:t>
            </a:r>
          </a:p>
        </p:txBody>
      </p:sp>
      <p:sp>
        <p:nvSpPr>
          <p:cNvPr id="191"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a:solidFill>
                  <a:schemeClr val="lt2"/>
                </a:solidFill>
                <a:latin typeface="Roboto"/>
              </a:rPr>
              <a:t>How your final grade breaks down.</a:t>
            </a:r>
          </a:p>
        </p:txBody>
      </p:sp>
      <p:sp>
        <p:nvSpPr>
          <p:cNvPr id="101" name="L1"/>
          <p:cNvSpPr txBox="1"/>
          <p:nvPr/>
        </p:nvSpPr>
        <p:spPr>
          <a:xfrm>
            <a:off x="311700" y="1560000"/>
            <a:ext cx="1650000" cy="360000"/>
          </a:xfrm>
          <a:prstGeom prst="rect">
            <a:avLst/>
          </a:prstGeom>
          <a:noFill/>
        </p:spPr>
        <p:txBody>
          <a:bodyPr wrap="square" lIns="0" tIns="0" rIns="0" bIns="0" anchor="ctr">
            <a:noAutofit/>
          </a:bodyPr>
          <a:lstStyle/>
          <a:p>
            <a:pPr marL="0" indent="0">
              <a:buNone/>
            </a:pPr>
            <a:r>
              <a:rPr lang="en" sz="1500" b="1">
                <a:solidFill>
                  <a:schemeClr val="dk2"/>
                </a:solidFill>
                <a:latin typeface="Roboto"/>
              </a:rPr>
              <a:t>Projects</a:t>
            </a:r>
          </a:p>
        </p:txBody>
      </p:sp>
      <p:sp>
        <p:nvSpPr>
          <p:cNvPr id="102" name="T1"/>
          <p:cNvSpPr/>
          <p:nvPr/>
        </p:nvSpPr>
        <p:spPr>
          <a:xfrm>
            <a:off x="2050000" y="1575000"/>
            <a:ext cx="5400000" cy="330000"/>
          </a:xfrm>
          <a:prstGeom prst="roundRect">
            <a:avLst>
              <a:gd name="adj" fmla="val 50000"/>
            </a:avLst>
          </a:prstGeom>
          <a:solidFill>
            <a:schemeClr val="lt2">
              <a:alpha val="22000"/>
            </a:schemeClr>
          </a:solidFill>
          <a:ln>
            <a:noFill/>
          </a:ln>
        </p:spPr>
        <p:txBody>
          <a:bodyPr/>
          <a:lstStyle/>
          <a:p>
            <a:endParaRPr/>
          </a:p>
        </p:txBody>
      </p:sp>
      <p:sp>
        <p:nvSpPr>
          <p:cNvPr id="103" name="B1"/>
          <p:cNvSpPr/>
          <p:nvPr/>
        </p:nvSpPr>
        <p:spPr>
          <a:xfrm>
            <a:off x="2050000" y="1575000"/>
            <a:ext cx="2430000" cy="330000"/>
          </a:xfrm>
          <a:prstGeom prst="roundRect">
            <a:avLst>
              <a:gd name="adj" fmla="val 50000"/>
            </a:avLst>
          </a:prstGeom>
          <a:solidFill>
            <a:schemeClr val="accent2"/>
          </a:solidFill>
          <a:ln>
            <a:noFill/>
          </a:ln>
        </p:spPr>
        <p:txBody>
          <a:bodyPr/>
          <a:lstStyle/>
          <a:p>
            <a:endParaRPr/>
          </a:p>
        </p:txBody>
      </p:sp>
      <p:sp>
        <p:nvSpPr>
          <p:cNvPr id="104" name="P1"/>
          <p:cNvSpPr txBox="1"/>
          <p:nvPr/>
        </p:nvSpPr>
        <p:spPr>
          <a:xfrm>
            <a:off x="7550000" y="1560000"/>
            <a:ext cx="1000000" cy="360000"/>
          </a:xfrm>
          <a:prstGeom prst="rect">
            <a:avLst/>
          </a:prstGeom>
          <a:noFill/>
        </p:spPr>
        <p:txBody>
          <a:bodyPr wrap="square" lIns="0" tIns="0" rIns="0" bIns="0" anchor="ctr">
            <a:noAutofit/>
          </a:bodyPr>
          <a:lstStyle/>
          <a:p>
            <a:pPr marL="0" indent="0" algn="l">
              <a:buNone/>
            </a:pPr>
            <a:r>
              <a:rPr lang="en" sz="1600" b="1">
                <a:solidFill>
                  <a:schemeClr val="accent2"/>
                </a:solidFill>
                <a:latin typeface="Roboto"/>
              </a:rPr>
              <a:t>45%</a:t>
            </a:r>
          </a:p>
        </p:txBody>
      </p:sp>
      <p:sp>
        <p:nvSpPr>
          <p:cNvPr id="111" name="L2"/>
          <p:cNvSpPr txBox="1"/>
          <p:nvPr/>
        </p:nvSpPr>
        <p:spPr>
          <a:xfrm>
            <a:off x="311700" y="2200000"/>
            <a:ext cx="1650000" cy="360000"/>
          </a:xfrm>
          <a:prstGeom prst="rect">
            <a:avLst/>
          </a:prstGeom>
          <a:noFill/>
        </p:spPr>
        <p:txBody>
          <a:bodyPr wrap="square" lIns="0" tIns="0" rIns="0" bIns="0" anchor="ctr">
            <a:noAutofit/>
          </a:bodyPr>
          <a:lstStyle/>
          <a:p>
            <a:pPr marL="0" indent="0">
              <a:buNone/>
            </a:pPr>
            <a:r>
              <a:rPr lang="en" sz="1500" b="1">
                <a:solidFill>
                  <a:schemeClr val="dk2"/>
                </a:solidFill>
                <a:latin typeface="Roboto"/>
              </a:rPr>
              <a:t>Midterm Exam</a:t>
            </a:r>
          </a:p>
        </p:txBody>
      </p:sp>
      <p:sp>
        <p:nvSpPr>
          <p:cNvPr id="112" name="T2"/>
          <p:cNvSpPr/>
          <p:nvPr/>
        </p:nvSpPr>
        <p:spPr>
          <a:xfrm>
            <a:off x="2050000" y="2215000"/>
            <a:ext cx="5400000" cy="330000"/>
          </a:xfrm>
          <a:prstGeom prst="roundRect">
            <a:avLst>
              <a:gd name="adj" fmla="val 50000"/>
            </a:avLst>
          </a:prstGeom>
          <a:solidFill>
            <a:schemeClr val="lt2">
              <a:alpha val="22000"/>
            </a:schemeClr>
          </a:solidFill>
          <a:ln>
            <a:noFill/>
          </a:ln>
        </p:spPr>
        <p:txBody>
          <a:bodyPr/>
          <a:lstStyle/>
          <a:p>
            <a:endParaRPr/>
          </a:p>
        </p:txBody>
      </p:sp>
      <p:sp>
        <p:nvSpPr>
          <p:cNvPr id="113" name="B2"/>
          <p:cNvSpPr/>
          <p:nvPr/>
        </p:nvSpPr>
        <p:spPr>
          <a:xfrm>
            <a:off x="2050000" y="2215000"/>
            <a:ext cx="1350000" cy="330000"/>
          </a:xfrm>
          <a:prstGeom prst="roundRect">
            <a:avLst>
              <a:gd name="adj" fmla="val 50000"/>
            </a:avLst>
          </a:prstGeom>
          <a:solidFill>
            <a:schemeClr val="accent3"/>
          </a:solidFill>
          <a:ln>
            <a:noFill/>
          </a:ln>
        </p:spPr>
        <p:txBody>
          <a:bodyPr/>
          <a:lstStyle/>
          <a:p>
            <a:endParaRPr/>
          </a:p>
        </p:txBody>
      </p:sp>
      <p:sp>
        <p:nvSpPr>
          <p:cNvPr id="114" name="P2"/>
          <p:cNvSpPr txBox="1"/>
          <p:nvPr/>
        </p:nvSpPr>
        <p:spPr>
          <a:xfrm>
            <a:off x="7550000" y="2200000"/>
            <a:ext cx="1000000" cy="360000"/>
          </a:xfrm>
          <a:prstGeom prst="rect">
            <a:avLst/>
          </a:prstGeom>
          <a:noFill/>
        </p:spPr>
        <p:txBody>
          <a:bodyPr wrap="square" lIns="0" tIns="0" rIns="0" bIns="0" anchor="ctr">
            <a:noAutofit/>
          </a:bodyPr>
          <a:lstStyle/>
          <a:p>
            <a:pPr marL="0" indent="0" algn="l">
              <a:buNone/>
            </a:pPr>
            <a:r>
              <a:rPr lang="en" sz="1600" b="1">
                <a:solidFill>
                  <a:schemeClr val="accent3"/>
                </a:solidFill>
                <a:latin typeface="Roboto"/>
              </a:rPr>
              <a:t>25%</a:t>
            </a:r>
          </a:p>
        </p:txBody>
      </p:sp>
      <p:sp>
        <p:nvSpPr>
          <p:cNvPr id="121" name="L3"/>
          <p:cNvSpPr txBox="1"/>
          <p:nvPr/>
        </p:nvSpPr>
        <p:spPr>
          <a:xfrm>
            <a:off x="311700" y="2840000"/>
            <a:ext cx="1650000" cy="360000"/>
          </a:xfrm>
          <a:prstGeom prst="rect">
            <a:avLst/>
          </a:prstGeom>
          <a:noFill/>
        </p:spPr>
        <p:txBody>
          <a:bodyPr wrap="square" lIns="0" tIns="0" rIns="0" bIns="0" anchor="ctr">
            <a:noAutofit/>
          </a:bodyPr>
          <a:lstStyle/>
          <a:p>
            <a:pPr marL="0" indent="0">
              <a:buNone/>
            </a:pPr>
            <a:r>
              <a:rPr lang="en" sz="1500" b="1">
                <a:solidFill>
                  <a:schemeClr val="dk2"/>
                </a:solidFill>
                <a:latin typeface="Roboto"/>
              </a:rPr>
              <a:t>Final Exam</a:t>
            </a:r>
          </a:p>
        </p:txBody>
      </p:sp>
      <p:sp>
        <p:nvSpPr>
          <p:cNvPr id="122" name="T3"/>
          <p:cNvSpPr/>
          <p:nvPr/>
        </p:nvSpPr>
        <p:spPr>
          <a:xfrm>
            <a:off x="2050000" y="2855000"/>
            <a:ext cx="5400000" cy="330000"/>
          </a:xfrm>
          <a:prstGeom prst="roundRect">
            <a:avLst>
              <a:gd name="adj" fmla="val 50000"/>
            </a:avLst>
          </a:prstGeom>
          <a:solidFill>
            <a:schemeClr val="lt2">
              <a:alpha val="22000"/>
            </a:schemeClr>
          </a:solidFill>
          <a:ln>
            <a:noFill/>
          </a:ln>
        </p:spPr>
        <p:txBody>
          <a:bodyPr/>
          <a:lstStyle/>
          <a:p>
            <a:endParaRPr/>
          </a:p>
        </p:txBody>
      </p:sp>
      <p:sp>
        <p:nvSpPr>
          <p:cNvPr id="123" name="B3"/>
          <p:cNvSpPr/>
          <p:nvPr/>
        </p:nvSpPr>
        <p:spPr>
          <a:xfrm>
            <a:off x="2050000" y="2855000"/>
            <a:ext cx="1350000" cy="330000"/>
          </a:xfrm>
          <a:prstGeom prst="roundRect">
            <a:avLst>
              <a:gd name="adj" fmla="val 50000"/>
            </a:avLst>
          </a:prstGeom>
          <a:solidFill>
            <a:schemeClr val="accent6"/>
          </a:solidFill>
          <a:ln>
            <a:noFill/>
          </a:ln>
        </p:spPr>
        <p:txBody>
          <a:bodyPr/>
          <a:lstStyle/>
          <a:p>
            <a:endParaRPr/>
          </a:p>
        </p:txBody>
      </p:sp>
      <p:sp>
        <p:nvSpPr>
          <p:cNvPr id="124" name="P3"/>
          <p:cNvSpPr txBox="1"/>
          <p:nvPr/>
        </p:nvSpPr>
        <p:spPr>
          <a:xfrm>
            <a:off x="7550000" y="2840000"/>
            <a:ext cx="1000000" cy="360000"/>
          </a:xfrm>
          <a:prstGeom prst="rect">
            <a:avLst/>
          </a:prstGeom>
          <a:noFill/>
        </p:spPr>
        <p:txBody>
          <a:bodyPr wrap="square" lIns="0" tIns="0" rIns="0" bIns="0" anchor="ctr">
            <a:noAutofit/>
          </a:bodyPr>
          <a:lstStyle/>
          <a:p>
            <a:pPr marL="0" indent="0" algn="l">
              <a:buNone/>
            </a:pPr>
            <a:r>
              <a:rPr lang="en" sz="1600" b="1">
                <a:solidFill>
                  <a:schemeClr val="accent6"/>
                </a:solidFill>
                <a:latin typeface="Roboto"/>
              </a:rPr>
              <a:t>25%</a:t>
            </a:r>
          </a:p>
        </p:txBody>
      </p:sp>
      <p:sp>
        <p:nvSpPr>
          <p:cNvPr id="131" name="L4"/>
          <p:cNvSpPr txBox="1"/>
          <p:nvPr/>
        </p:nvSpPr>
        <p:spPr>
          <a:xfrm>
            <a:off x="311700" y="3480000"/>
            <a:ext cx="1650000" cy="360000"/>
          </a:xfrm>
          <a:prstGeom prst="rect">
            <a:avLst/>
          </a:prstGeom>
          <a:noFill/>
        </p:spPr>
        <p:txBody>
          <a:bodyPr wrap="square" lIns="0" tIns="0" rIns="0" bIns="0" anchor="ctr">
            <a:noAutofit/>
          </a:bodyPr>
          <a:lstStyle/>
          <a:p>
            <a:pPr marL="0" indent="0">
              <a:buNone/>
            </a:pPr>
            <a:r>
              <a:rPr lang="en" sz="1500" b="1">
                <a:solidFill>
                  <a:schemeClr val="dk2"/>
                </a:solidFill>
                <a:latin typeface="Roboto"/>
              </a:rPr>
              <a:t>Participation</a:t>
            </a:r>
          </a:p>
        </p:txBody>
      </p:sp>
      <p:sp>
        <p:nvSpPr>
          <p:cNvPr id="132" name="T4"/>
          <p:cNvSpPr/>
          <p:nvPr/>
        </p:nvSpPr>
        <p:spPr>
          <a:xfrm>
            <a:off x="2050000" y="3495000"/>
            <a:ext cx="5400000" cy="330000"/>
          </a:xfrm>
          <a:prstGeom prst="roundRect">
            <a:avLst>
              <a:gd name="adj" fmla="val 50000"/>
            </a:avLst>
          </a:prstGeom>
          <a:solidFill>
            <a:schemeClr val="lt2">
              <a:alpha val="22000"/>
            </a:schemeClr>
          </a:solidFill>
          <a:ln>
            <a:noFill/>
          </a:ln>
        </p:spPr>
        <p:txBody>
          <a:bodyPr/>
          <a:lstStyle/>
          <a:p>
            <a:endParaRPr/>
          </a:p>
        </p:txBody>
      </p:sp>
      <p:sp>
        <p:nvSpPr>
          <p:cNvPr id="133" name="B4"/>
          <p:cNvSpPr/>
          <p:nvPr/>
        </p:nvSpPr>
        <p:spPr>
          <a:xfrm>
            <a:off x="2050000" y="3495000"/>
            <a:ext cx="540000" cy="330000"/>
          </a:xfrm>
          <a:prstGeom prst="roundRect">
            <a:avLst>
              <a:gd name="adj" fmla="val 50000"/>
            </a:avLst>
          </a:prstGeom>
          <a:solidFill>
            <a:schemeClr val="accent5"/>
          </a:solidFill>
          <a:ln>
            <a:noFill/>
          </a:ln>
        </p:spPr>
        <p:txBody>
          <a:bodyPr/>
          <a:lstStyle/>
          <a:p>
            <a:endParaRPr/>
          </a:p>
        </p:txBody>
      </p:sp>
      <p:sp>
        <p:nvSpPr>
          <p:cNvPr id="134" name="P4"/>
          <p:cNvSpPr txBox="1"/>
          <p:nvPr/>
        </p:nvSpPr>
        <p:spPr>
          <a:xfrm>
            <a:off x="7550000" y="3480000"/>
            <a:ext cx="1000000" cy="360000"/>
          </a:xfrm>
          <a:prstGeom prst="rect">
            <a:avLst/>
          </a:prstGeom>
          <a:noFill/>
        </p:spPr>
        <p:txBody>
          <a:bodyPr wrap="square" lIns="0" tIns="0" rIns="0" bIns="0" anchor="ctr">
            <a:noAutofit/>
          </a:bodyPr>
          <a:lstStyle/>
          <a:p>
            <a:pPr marL="0" indent="0" algn="l">
              <a:buNone/>
            </a:pPr>
            <a:r>
              <a:rPr lang="en" sz="1600" b="1">
                <a:solidFill>
                  <a:schemeClr val="accent5"/>
                </a:solidFill>
                <a:latin typeface="Roboto"/>
              </a:rPr>
              <a:t>10%</a:t>
            </a:r>
          </a:p>
        </p:txBody>
      </p:sp>
      <p:sp>
        <p:nvSpPr>
          <p:cNvPr id="140" name="HonestyBox"/>
          <p:cNvSpPr/>
          <p:nvPr/>
        </p:nvSpPr>
        <p:spPr>
          <a:xfrm>
            <a:off x="311700" y="4060000"/>
            <a:ext cx="8520600" cy="560000"/>
          </a:xfrm>
          <a:prstGeom prst="roundRect">
            <a:avLst>
              <a:gd name="adj" fmla="val 12000"/>
            </a:avLst>
          </a:prstGeom>
          <a:solidFill>
            <a:schemeClr val="accent5">
              <a:alpha val="10000"/>
            </a:schemeClr>
          </a:solidFill>
          <a:ln>
            <a:noFill/>
          </a:ln>
        </p:spPr>
        <p:txBody>
          <a:bodyPr/>
          <a:lstStyle/>
          <a:p>
            <a:endParaRPr/>
          </a:p>
        </p:txBody>
      </p:sp>
      <p:sp>
        <p:nvSpPr>
          <p:cNvPr id="141" name="HonestyRule"/>
          <p:cNvSpPr/>
          <p:nvPr/>
        </p:nvSpPr>
        <p:spPr>
          <a:xfrm>
            <a:off x="311700" y="4060000"/>
            <a:ext cx="90000" cy="560000"/>
          </a:xfrm>
          <a:prstGeom prst="rect">
            <a:avLst/>
          </a:prstGeom>
          <a:solidFill>
            <a:schemeClr val="accent5"/>
          </a:solidFill>
          <a:ln>
            <a:noFill/>
          </a:ln>
        </p:spPr>
        <p:txBody>
          <a:bodyPr/>
          <a:lstStyle/>
          <a:p>
            <a:endParaRPr/>
          </a:p>
        </p:txBody>
      </p:sp>
      <p:sp>
        <p:nvSpPr>
          <p:cNvPr id="142" name="HonestyText"/>
          <p:cNvSpPr txBox="1"/>
          <p:nvPr/>
        </p:nvSpPr>
        <p:spPr>
          <a:xfrm>
            <a:off x="560000" y="4060000"/>
            <a:ext cx="8100000" cy="560000"/>
          </a:xfrm>
          <a:prstGeom prst="rect">
            <a:avLst/>
          </a:prstGeom>
          <a:noFill/>
        </p:spPr>
        <p:txBody>
          <a:bodyPr wrap="square" lIns="0" tIns="0" rIns="0" bIns="0" anchor="ctr">
            <a:noAutofit/>
          </a:bodyPr>
          <a:lstStyle/>
          <a:p>
            <a:pPr marL="0" indent="0">
              <a:buNone/>
            </a:pPr>
            <a:r>
              <a:rPr lang="en" sz="1300" b="1" dirty="0">
                <a:solidFill>
                  <a:schemeClr val="accent5"/>
                </a:solidFill>
                <a:latin typeface="Roboto"/>
              </a:rPr>
              <a:t>Academic honesty is non-negotiable.  </a:t>
            </a:r>
            <a:r>
              <a:rPr lang="en" sz="1300" b="0" dirty="0">
                <a:solidFill>
                  <a:schemeClr val="dk2"/>
                </a:solidFill>
                <a:latin typeface="Roboto"/>
              </a:rPr>
              <a:t>Do your own work</a:t>
            </a:r>
            <a:r>
              <a:rPr lang="en" sz="1300" b="0">
                <a:solidFill>
                  <a:schemeClr val="dk2"/>
                </a:solidFill>
                <a:latin typeface="Roboto"/>
              </a:rPr>
              <a:t> —</a:t>
            </a:r>
            <a:r>
              <a:rPr lang="en" sz="1300" b="0" dirty="0">
                <a:solidFill>
                  <a:schemeClr val="dk2"/>
                </a:solidFill>
                <a:latin typeface="Roboto"/>
              </a:rPr>
              <a:t> when in doubt, ask first.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5E786-A59C-6E83-7A10-39D373886ADC}"/>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675" kern="1200">
              <a:solidFill>
                <a:srgbClr val="000000">
                  <a:alpha val="70000"/>
                </a:srgbClr>
              </a:solidFill>
              <a:latin typeface="+mn-lt"/>
              <a:ea typeface="+mn-ea"/>
              <a:cs typeface="+mn-cs"/>
            </a:endParaRPr>
          </a:p>
        </p:txBody>
      </p:sp>
      <p:sp>
        <p:nvSpPr>
          <p:cNvPr id="4" name="Slide Number Placeholder 3">
            <a:extLst>
              <a:ext uri="{FF2B5EF4-FFF2-40B4-BE49-F238E27FC236}">
                <a16:creationId xmlns:a16="http://schemas.microsoft.com/office/drawing/2014/main" id="{34B7D0CF-7F80-48D6-9CF4-790BA241909E}"/>
              </a:ext>
            </a:extLst>
          </p:cNvPr>
          <p:cNvSpPr>
            <a:spLocks noGrp="1"/>
          </p:cNvSpPr>
          <p:nvPr>
            <p:ph type="sldNum" sz="quarter" idx="12"/>
          </p:nvPr>
        </p:nvSpPr>
        <p:spPr>
          <a:xfrm>
            <a:off x="8286750" y="4800600"/>
            <a:ext cx="514350" cy="342900"/>
          </a:xfrm>
        </p:spPr>
        <p:txBody>
          <a:bodyPr spcFirstLastPara="1" vert="horz" wrap="square" lIns="68580" tIns="34290" rIns="68580" bIns="34290" rtlCol="0" anchor="ctr" anchorCtr="0">
            <a:normAutofit/>
          </a:bodyPr>
          <a:lstStyle/>
          <a:p>
            <a:pPr>
              <a:spcAft>
                <a:spcPts val="450"/>
              </a:spcAft>
            </a:pPr>
            <a:fld id="{81D2C36F-4504-47C0-B82F-A167342A2754}" type="slidenum">
              <a:rPr lang="en-US" sz="750">
                <a:solidFill>
                  <a:srgbClr val="000000">
                    <a:alpha val="70000"/>
                  </a:srgbClr>
                </a:solidFill>
              </a:rPr>
              <a:pPr>
                <a:spcAft>
                  <a:spcPts val="450"/>
                </a:spcAft>
              </a:pPr>
              <a:t>4</a:t>
            </a:fld>
            <a:endParaRPr lang="en-US" sz="750">
              <a:solidFill>
                <a:srgbClr val="000000">
                  <a:alpha val="70000"/>
                </a:srgbClr>
              </a:solidFill>
            </a:endParaRPr>
          </a:p>
        </p:txBody>
      </p:sp>
      <p:sp>
        <p:nvSpPr>
          <p:cNvPr id="20" name="Title"/>
          <p:cNvSpPr txBox="1"/>
          <p:nvPr/>
        </p:nvSpPr>
        <p:spPr>
          <a:xfrm>
            <a:off x="311700" y="360000"/>
            <a:ext cx="8520600" cy="560000"/>
          </a:xfrm>
          <a:prstGeom prst="rect">
            <a:avLst/>
          </a:prstGeom>
          <a:noFill/>
        </p:spPr>
        <p:txBody>
          <a:bodyPr wrap="square" lIns="0" tIns="0" rIns="0" bIns="0" anchor="t">
            <a:noAutofit/>
          </a:bodyPr>
          <a:lstStyle/>
          <a:p>
            <a:pPr marL="0" indent="0">
              <a:buNone/>
            </a:pPr>
            <a:r>
              <a:rPr lang="en" sz="2400" b="1">
                <a:solidFill>
                  <a:schemeClr val="dk1"/>
                </a:solidFill>
                <a:latin typeface="Roboto"/>
              </a:rPr>
              <a:t>I want you to be successful</a:t>
            </a:r>
          </a:p>
        </p:txBody>
      </p:sp>
      <p:sp>
        <p:nvSpPr>
          <p:cNvPr id="21" name="Subhead"/>
          <p:cNvSpPr txBox="1"/>
          <p:nvPr/>
        </p:nvSpPr>
        <p:spPr>
          <a:xfrm>
            <a:off x="311700" y="960000"/>
            <a:ext cx="8520600" cy="320000"/>
          </a:xfrm>
          <a:prstGeom prst="rect">
            <a:avLst/>
          </a:prstGeom>
          <a:noFill/>
        </p:spPr>
        <p:txBody>
          <a:bodyPr wrap="square" lIns="0" tIns="0" rIns="0" bIns="0" anchor="t">
            <a:noAutofit/>
          </a:bodyPr>
          <a:lstStyle/>
          <a:p>
            <a:pPr marL="0" indent="0">
              <a:buNone/>
            </a:pPr>
            <a:r>
              <a:rPr lang="en" sz="1300" i="1" dirty="0">
                <a:solidFill>
                  <a:schemeClr val="lt2"/>
                </a:solidFill>
                <a:latin typeface="Roboto"/>
              </a:rPr>
              <a:t>But I also need to be honest</a:t>
            </a:r>
            <a:r>
              <a:rPr lang="en" sz="1300" i="1">
                <a:solidFill>
                  <a:schemeClr val="lt2"/>
                </a:solidFill>
                <a:latin typeface="Roboto"/>
              </a:rPr>
              <a:t> —</a:t>
            </a:r>
            <a:r>
              <a:rPr lang="en" sz="1300" i="1" dirty="0">
                <a:solidFill>
                  <a:schemeClr val="lt2"/>
                </a:solidFill>
                <a:latin typeface="Roboto"/>
              </a:rPr>
              <a:t> here's what actually makes the difference.</a:t>
            </a:r>
          </a:p>
        </p:txBody>
      </p:sp>
      <p:sp>
        <p:nvSpPr>
          <p:cNvPr id="22" name="Eyebrow"/>
          <p:cNvSpPr txBox="1"/>
          <p:nvPr/>
        </p:nvSpPr>
        <p:spPr>
          <a:xfrm>
            <a:off x="311700" y="1370000"/>
            <a:ext cx="8520600" cy="260000"/>
          </a:xfrm>
          <a:prstGeom prst="rect">
            <a:avLst/>
          </a:prstGeom>
          <a:noFill/>
        </p:spPr>
        <p:txBody>
          <a:bodyPr wrap="square" lIns="0" tIns="0" rIns="0" bIns="0" anchor="t">
            <a:noAutofit/>
          </a:bodyPr>
          <a:lstStyle/>
          <a:p>
            <a:pPr marL="0" indent="0">
              <a:buNone/>
            </a:pPr>
            <a:r>
              <a:rPr lang="en" sz="1000" b="1" spc="200">
                <a:solidFill>
                  <a:schemeClr val="accent2"/>
                </a:solidFill>
                <a:latin typeface="Roboto"/>
              </a:rPr>
              <a:t>AN INCOMPLETE LIST OF QUALITIES FOR SUCCESS</a:t>
            </a:r>
          </a:p>
        </p:txBody>
      </p:sp>
      <p:sp>
        <p:nvSpPr>
          <p:cNvPr id="30" name="Card1"/>
          <p:cNvSpPr/>
          <p:nvPr/>
        </p:nvSpPr>
        <p:spPr>
          <a:xfrm>
            <a:off x="311700" y="1680000"/>
            <a:ext cx="2680200" cy="1500000"/>
          </a:xfrm>
          <a:prstGeom prst="roundRect">
            <a:avLst>
              <a:gd name="adj" fmla="val 55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31" name="C1circle"/>
          <p:cNvSpPr/>
          <p:nvPr/>
        </p:nvSpPr>
        <p:spPr>
          <a:xfrm>
            <a:off x="541700" y="1880000"/>
            <a:ext cx="520000" cy="520000"/>
          </a:xfrm>
          <a:prstGeom prst="ellipse">
            <a:avLst/>
          </a:prstGeom>
          <a:solidFill>
            <a:schemeClr val="accent2"/>
          </a:solidFill>
          <a:ln>
            <a:noFill/>
          </a:ln>
        </p:spPr>
        <p:txBody>
          <a:bodyPr wrap="square" lIns="0" tIns="0" rIns="0" bIns="0" anchor="ctr" anchorCtr="1">
            <a:noAutofit/>
          </a:bodyPr>
          <a:lstStyle/>
          <a:p>
            <a:pPr algn="ctr">
              <a:buNone/>
            </a:pPr>
            <a:r>
              <a:rPr lang="en" sz="1800" b="1">
                <a:solidFill>
                  <a:schemeClr val="lt1"/>
                </a:solidFill>
                <a:latin typeface="Roboto"/>
              </a:rPr>
              <a:t>1</a:t>
            </a:r>
          </a:p>
        </p:txBody>
      </p:sp>
      <p:sp>
        <p:nvSpPr>
          <p:cNvPr id="32" name="C1text"/>
          <p:cNvSpPr txBox="1"/>
          <p:nvPr/>
        </p:nvSpPr>
        <p:spPr>
          <a:xfrm>
            <a:off x="541700" y="2520000"/>
            <a:ext cx="2220200" cy="560000"/>
          </a:xfrm>
          <a:prstGeom prst="rect">
            <a:avLst/>
          </a:prstGeom>
          <a:noFill/>
        </p:spPr>
        <p:txBody>
          <a:bodyPr wrap="square" lIns="0" tIns="0" rIns="0" bIns="0" anchor="t">
            <a:noAutofit/>
          </a:bodyPr>
          <a:lstStyle/>
          <a:p>
            <a:pPr marL="0" indent="0">
              <a:spcAft>
                <a:spcPts val="200"/>
              </a:spcAft>
              <a:buNone/>
            </a:pPr>
            <a:r>
              <a:rPr lang="en" sz="1500" b="1">
                <a:solidFill>
                  <a:schemeClr val="dk2"/>
                </a:solidFill>
                <a:latin typeface="Roboto"/>
              </a:rPr>
              <a:t>Learn by Doing</a:t>
            </a:r>
          </a:p>
          <a:p>
            <a:pPr marL="0" indent="0">
              <a:buNone/>
            </a:pPr>
            <a:r>
              <a:rPr lang="en" sz="1150">
                <a:solidFill>
                  <a:schemeClr val="lt2"/>
                </a:solidFill>
                <a:latin typeface="Roboto"/>
              </a:rPr>
              <a:t>Willing to jump in and build.</a:t>
            </a:r>
          </a:p>
        </p:txBody>
      </p:sp>
      <p:sp>
        <p:nvSpPr>
          <p:cNvPr id="40" name="Card2"/>
          <p:cNvSpPr/>
          <p:nvPr/>
        </p:nvSpPr>
        <p:spPr>
          <a:xfrm>
            <a:off x="3231900" y="1680000"/>
            <a:ext cx="2680200" cy="1500000"/>
          </a:xfrm>
          <a:prstGeom prst="roundRect">
            <a:avLst>
              <a:gd name="adj" fmla="val 55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41" name="C2circle"/>
          <p:cNvSpPr/>
          <p:nvPr/>
        </p:nvSpPr>
        <p:spPr>
          <a:xfrm>
            <a:off x="3461900" y="1880000"/>
            <a:ext cx="520000" cy="520000"/>
          </a:xfrm>
          <a:prstGeom prst="ellipse">
            <a:avLst/>
          </a:prstGeom>
          <a:solidFill>
            <a:schemeClr val="accent3"/>
          </a:solidFill>
          <a:ln>
            <a:noFill/>
          </a:ln>
        </p:spPr>
        <p:txBody>
          <a:bodyPr wrap="square" lIns="0" tIns="0" rIns="0" bIns="0" anchor="ctr" anchorCtr="1">
            <a:noAutofit/>
          </a:bodyPr>
          <a:lstStyle/>
          <a:p>
            <a:pPr algn="ctr">
              <a:buNone/>
            </a:pPr>
            <a:r>
              <a:rPr lang="en" sz="1800" b="1">
                <a:solidFill>
                  <a:schemeClr val="lt1"/>
                </a:solidFill>
                <a:latin typeface="Roboto"/>
              </a:rPr>
              <a:t>2</a:t>
            </a:r>
          </a:p>
        </p:txBody>
      </p:sp>
      <p:sp>
        <p:nvSpPr>
          <p:cNvPr id="42" name="C2text"/>
          <p:cNvSpPr txBox="1"/>
          <p:nvPr/>
        </p:nvSpPr>
        <p:spPr>
          <a:xfrm>
            <a:off x="3461900" y="2520000"/>
            <a:ext cx="2220200" cy="560000"/>
          </a:xfrm>
          <a:prstGeom prst="rect">
            <a:avLst/>
          </a:prstGeom>
          <a:noFill/>
        </p:spPr>
        <p:txBody>
          <a:bodyPr wrap="square" lIns="0" tIns="0" rIns="0" bIns="0" anchor="t">
            <a:noAutofit/>
          </a:bodyPr>
          <a:lstStyle/>
          <a:p>
            <a:pPr marL="0" indent="0">
              <a:spcAft>
                <a:spcPts val="200"/>
              </a:spcAft>
              <a:buNone/>
            </a:pPr>
            <a:r>
              <a:rPr lang="en" sz="1500" b="1">
                <a:solidFill>
                  <a:schemeClr val="dk2"/>
                </a:solidFill>
                <a:latin typeface="Roboto"/>
              </a:rPr>
              <a:t>Experiment</a:t>
            </a:r>
          </a:p>
          <a:p>
            <a:pPr marL="0" indent="0">
              <a:buNone/>
            </a:pPr>
            <a:r>
              <a:rPr lang="en" sz="1150">
                <a:solidFill>
                  <a:schemeClr val="lt2"/>
                </a:solidFill>
                <a:latin typeface="Roboto"/>
              </a:rPr>
              <a:t>Willing to make mistakes.</a:t>
            </a:r>
          </a:p>
        </p:txBody>
      </p:sp>
      <p:sp>
        <p:nvSpPr>
          <p:cNvPr id="50" name="Card3"/>
          <p:cNvSpPr/>
          <p:nvPr/>
        </p:nvSpPr>
        <p:spPr>
          <a:xfrm>
            <a:off x="6152100" y="1680000"/>
            <a:ext cx="2680200" cy="1500000"/>
          </a:xfrm>
          <a:prstGeom prst="roundRect">
            <a:avLst>
              <a:gd name="adj" fmla="val 55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51" name="C3circle"/>
          <p:cNvSpPr/>
          <p:nvPr/>
        </p:nvSpPr>
        <p:spPr>
          <a:xfrm>
            <a:off x="6382100" y="1880000"/>
            <a:ext cx="520000" cy="520000"/>
          </a:xfrm>
          <a:prstGeom prst="ellipse">
            <a:avLst/>
          </a:prstGeom>
          <a:solidFill>
            <a:schemeClr val="accent5"/>
          </a:solidFill>
          <a:ln>
            <a:noFill/>
          </a:ln>
        </p:spPr>
        <p:txBody>
          <a:bodyPr wrap="square" lIns="0" tIns="0" rIns="0" bIns="0" anchor="ctr" anchorCtr="1">
            <a:noAutofit/>
          </a:bodyPr>
          <a:lstStyle/>
          <a:p>
            <a:pPr algn="ctr">
              <a:buNone/>
            </a:pPr>
            <a:r>
              <a:rPr lang="en" sz="1800" b="1">
                <a:solidFill>
                  <a:schemeClr val="lt1"/>
                </a:solidFill>
                <a:latin typeface="Roboto"/>
              </a:rPr>
              <a:t>3</a:t>
            </a:r>
          </a:p>
        </p:txBody>
      </p:sp>
      <p:sp>
        <p:nvSpPr>
          <p:cNvPr id="52" name="C3text"/>
          <p:cNvSpPr txBox="1"/>
          <p:nvPr/>
        </p:nvSpPr>
        <p:spPr>
          <a:xfrm>
            <a:off x="6382100" y="2520000"/>
            <a:ext cx="2220200" cy="560000"/>
          </a:xfrm>
          <a:prstGeom prst="rect">
            <a:avLst/>
          </a:prstGeom>
          <a:noFill/>
        </p:spPr>
        <p:txBody>
          <a:bodyPr wrap="square" lIns="0" tIns="0" rIns="0" bIns="0" anchor="t">
            <a:noAutofit/>
          </a:bodyPr>
          <a:lstStyle/>
          <a:p>
            <a:pPr marL="0" indent="0">
              <a:spcAft>
                <a:spcPts val="200"/>
              </a:spcAft>
              <a:buNone/>
            </a:pPr>
            <a:r>
              <a:rPr lang="en" sz="1500" b="1">
                <a:solidFill>
                  <a:schemeClr val="dk2"/>
                </a:solidFill>
                <a:latin typeface="Roboto"/>
              </a:rPr>
              <a:t>Ask for Help</a:t>
            </a:r>
          </a:p>
          <a:p>
            <a:pPr marL="0" indent="0">
              <a:buNone/>
            </a:pPr>
            <a:r>
              <a:rPr lang="en" sz="1150">
                <a:solidFill>
                  <a:schemeClr val="lt2"/>
                </a:solidFill>
                <a:latin typeface="Roboto"/>
              </a:rPr>
              <a:t>Willing to reach out.</a:t>
            </a:r>
          </a:p>
        </p:txBody>
      </p:sp>
      <p:sp>
        <p:nvSpPr>
          <p:cNvPr id="60" name="PerseveranceBanner"/>
          <p:cNvSpPr/>
          <p:nvPr/>
        </p:nvSpPr>
        <p:spPr>
          <a:xfrm>
            <a:off x="311700" y="3340000"/>
            <a:ext cx="8520600" cy="1080000"/>
          </a:xfrm>
          <a:prstGeom prst="roundRect">
            <a:avLst>
              <a:gd name="adj" fmla="val 9000"/>
            </a:avLst>
          </a:prstGeom>
          <a:solidFill>
            <a:schemeClr val="dk1"/>
          </a:solidFill>
          <a:ln>
            <a:noFill/>
          </a:ln>
          <a:effectLst>
            <a:outerShdw blurRad="90000" dist="38000" dir="5400000" rotWithShape="0">
              <a:srgbClr val="1E3A8A">
                <a:alpha val="24000"/>
              </a:srgbClr>
            </a:outerShdw>
          </a:effectLst>
        </p:spPr>
        <p:txBody>
          <a:bodyPr/>
          <a:lstStyle/>
          <a:p>
            <a:endParaRPr/>
          </a:p>
        </p:txBody>
      </p:sp>
      <p:sp>
        <p:nvSpPr>
          <p:cNvPr id="61" name="BannerText"/>
          <p:cNvSpPr txBox="1"/>
          <p:nvPr/>
        </p:nvSpPr>
        <p:spPr>
          <a:xfrm>
            <a:off x="561700" y="3480000"/>
            <a:ext cx="8020600" cy="800000"/>
          </a:xfrm>
          <a:prstGeom prst="rect">
            <a:avLst/>
          </a:prstGeom>
          <a:noFill/>
        </p:spPr>
        <p:txBody>
          <a:bodyPr wrap="square" lIns="0" tIns="0" rIns="0" bIns="0" anchor="ctr" anchorCtr="1">
            <a:noAutofit/>
          </a:bodyPr>
          <a:lstStyle/>
          <a:p>
            <a:pPr marL="0" indent="0" algn="ctr">
              <a:spcAft>
                <a:spcPts val="400"/>
              </a:spcAft>
              <a:buNone/>
            </a:pPr>
            <a:r>
              <a:rPr lang="en" sz="1050" b="1" spc="220">
                <a:solidFill>
                  <a:schemeClr val="accent6"/>
                </a:solidFill>
                <a:latin typeface="Roboto"/>
              </a:rPr>
              <a:t>THE #1 CHARACTERISTIC THAT WILL MAKE YOU SUCCESSFUL</a:t>
            </a:r>
          </a:p>
          <a:p>
            <a:pPr marL="0" indent="0" algn="ctr">
              <a:buNone/>
            </a:pPr>
            <a:r>
              <a:rPr lang="en" sz="3200" b="1">
                <a:solidFill>
                  <a:schemeClr val="lt1"/>
                </a:solidFill>
                <a:latin typeface="Roboto"/>
              </a:rPr>
              <a:t>Perseverance</a:t>
            </a:r>
          </a:p>
        </p:txBody>
      </p:sp>
    </p:spTree>
    <p:extLst>
      <p:ext uri="{BB962C8B-B14F-4D97-AF65-F5344CB8AC3E}">
        <p14:creationId xmlns:p14="http://schemas.microsoft.com/office/powerpoint/2010/main" val="671138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4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Get Help</a:t>
            </a:r>
            <a:endParaRPr/>
          </a:p>
        </p:txBody>
      </p:sp>
      <p:sp>
        <p:nvSpPr>
          <p:cNvPr id="199"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a:solidFill>
                  <a:schemeClr val="lt2"/>
                </a:solidFill>
                <a:latin typeface="Roboto"/>
              </a:rPr>
              <a:t>Four ways to reach me — use whichever is easiest.</a:t>
            </a:r>
          </a:p>
        </p:txBody>
      </p:sp>
      <p:sp>
        <p:nvSpPr>
          <p:cNvPr id="210" name="PromptBanner"/>
          <p:cNvSpPr/>
          <p:nvPr/>
        </p:nvSpPr>
        <p:spPr>
          <a:xfrm>
            <a:off x="311700" y="1500000"/>
            <a:ext cx="8520600" cy="760000"/>
          </a:xfrm>
          <a:prstGeom prst="roundRect">
            <a:avLst>
              <a:gd name="adj" fmla="val 10000"/>
            </a:avLst>
          </a:prstGeom>
          <a:solidFill>
            <a:schemeClr val="accent2">
              <a:alpha val="12000"/>
            </a:schemeClr>
          </a:solidFill>
          <a:ln>
            <a:noFill/>
          </a:ln>
        </p:spPr>
        <p:txBody>
          <a:bodyPr/>
          <a:lstStyle/>
          <a:p>
            <a:endParaRPr/>
          </a:p>
        </p:txBody>
      </p:sp>
      <p:sp>
        <p:nvSpPr>
          <p:cNvPr id="211" name="PromptRule"/>
          <p:cNvSpPr/>
          <p:nvPr/>
        </p:nvSpPr>
        <p:spPr>
          <a:xfrm>
            <a:off x="311700" y="1500000"/>
            <a:ext cx="90000" cy="760000"/>
          </a:xfrm>
          <a:prstGeom prst="rect">
            <a:avLst/>
          </a:prstGeom>
          <a:solidFill>
            <a:schemeClr val="accent2"/>
          </a:solidFill>
          <a:ln>
            <a:noFill/>
          </a:ln>
        </p:spPr>
        <p:txBody>
          <a:bodyPr/>
          <a:lstStyle/>
          <a:p>
            <a:endParaRPr/>
          </a:p>
        </p:txBody>
      </p:sp>
      <p:sp>
        <p:nvSpPr>
          <p:cNvPr id="212" name="PromptText"/>
          <p:cNvSpPr txBox="1"/>
          <p:nvPr/>
        </p:nvSpPr>
        <p:spPr>
          <a:xfrm>
            <a:off x="560000" y="1500000"/>
            <a:ext cx="8100000" cy="760000"/>
          </a:xfrm>
          <a:prstGeom prst="rect">
            <a:avLst/>
          </a:prstGeom>
          <a:noFill/>
        </p:spPr>
        <p:txBody>
          <a:bodyPr wrap="square" lIns="0" tIns="0" rIns="0" bIns="0" anchor="ctr">
            <a:noAutofit/>
          </a:bodyPr>
          <a:lstStyle/>
          <a:p>
            <a:pPr marL="0" indent="0">
              <a:spcAft>
                <a:spcPts val="200"/>
              </a:spcAft>
              <a:buNone/>
            </a:pPr>
            <a:r>
              <a:rPr lang="en" sz="1800" b="1">
                <a:solidFill>
                  <a:schemeClr val="dk1"/>
                </a:solidFill>
                <a:latin typeface="Roboto"/>
              </a:rPr>
              <a:t>Ask early. Ask often.</a:t>
            </a:r>
          </a:p>
          <a:p>
            <a:pPr marL="0" indent="0">
              <a:buNone/>
            </a:pPr>
            <a:r>
              <a:rPr lang="en" sz="1200">
                <a:solidFill>
                  <a:schemeClr val="dk2"/>
                </a:solidFill>
                <a:latin typeface="Roboto"/>
              </a:rPr>
              <a:t>If you're confused, someone else probably is too — be the voice that says it.</a:t>
            </a:r>
          </a:p>
        </p:txBody>
      </p:sp>
      <p:sp>
        <p:nvSpPr>
          <p:cNvPr id="220" name="Ch1"/>
          <p:cNvSpPr/>
          <p:nvPr/>
        </p:nvSpPr>
        <p:spPr>
          <a:xfrm>
            <a:off x="311700" y="2420000"/>
            <a:ext cx="1980150" cy="172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221" name="Ch1circle"/>
          <p:cNvSpPr/>
          <p:nvPr/>
        </p:nvSpPr>
        <p:spPr>
          <a:xfrm>
            <a:off x="1061775" y="2620000"/>
            <a:ext cx="480000" cy="480000"/>
          </a:xfrm>
          <a:prstGeom prst="ellipse">
            <a:avLst/>
          </a:prstGeom>
          <a:solidFill>
            <a:schemeClr val="accent2"/>
          </a:solidFill>
          <a:ln>
            <a:noFill/>
          </a:ln>
        </p:spPr>
        <p:txBody>
          <a:bodyPr wrap="square" lIns="0" tIns="0" rIns="0" bIns="0" anchor="ctr" anchorCtr="1">
            <a:noAutofit/>
          </a:bodyPr>
          <a:lstStyle/>
          <a:p>
            <a:pPr algn="ctr">
              <a:buNone/>
            </a:pPr>
            <a:r>
              <a:rPr lang="en" sz="1600" b="1">
                <a:solidFill>
                  <a:schemeClr val="lt1"/>
                </a:solidFill>
                <a:latin typeface="Roboto"/>
              </a:rPr>
              <a:t>H</a:t>
            </a:r>
          </a:p>
        </p:txBody>
      </p:sp>
      <p:sp>
        <p:nvSpPr>
          <p:cNvPr id="222" name="Ch1text"/>
          <p:cNvSpPr txBox="1"/>
          <p:nvPr/>
        </p:nvSpPr>
        <p:spPr>
          <a:xfrm>
            <a:off x="431700" y="3200000"/>
            <a:ext cx="1740150" cy="820000"/>
          </a:xfrm>
          <a:prstGeom prst="rect">
            <a:avLst/>
          </a:prstGeom>
          <a:noFill/>
        </p:spPr>
        <p:txBody>
          <a:bodyPr wrap="square" lIns="0" tIns="0" rIns="0" bIns="0" anchor="t">
            <a:noAutofit/>
          </a:bodyPr>
          <a:lstStyle/>
          <a:p>
            <a:pPr marL="0" indent="0" algn="ctr">
              <a:spcAft>
                <a:spcPts val="300"/>
              </a:spcAft>
              <a:buNone/>
            </a:pPr>
            <a:r>
              <a:rPr lang="en" sz="1400" b="1">
                <a:solidFill>
                  <a:schemeClr val="dk2"/>
                </a:solidFill>
                <a:latin typeface="Roboto"/>
              </a:rPr>
              <a:t>Office Hours</a:t>
            </a:r>
          </a:p>
          <a:p>
            <a:pPr marL="0" indent="0" algn="ctr">
              <a:buNone/>
            </a:pPr>
            <a:r>
              <a:rPr lang="en" sz="1000">
                <a:solidFill>
                  <a:schemeClr val="lt2"/>
                </a:solidFill>
                <a:latin typeface="Roboto"/>
              </a:rPr>
              <a:t>Held often — don't let me get bored!</a:t>
            </a:r>
          </a:p>
        </p:txBody>
      </p:sp>
      <p:sp>
        <p:nvSpPr>
          <p:cNvPr id="230" name="Ch2"/>
          <p:cNvSpPr/>
          <p:nvPr/>
        </p:nvSpPr>
        <p:spPr>
          <a:xfrm>
            <a:off x="2491850" y="2420000"/>
            <a:ext cx="1980150" cy="172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231" name="Ch2circle"/>
          <p:cNvSpPr/>
          <p:nvPr/>
        </p:nvSpPr>
        <p:spPr>
          <a:xfrm>
            <a:off x="3241925" y="2620000"/>
            <a:ext cx="480000" cy="480000"/>
          </a:xfrm>
          <a:prstGeom prst="ellipse">
            <a:avLst/>
          </a:prstGeom>
          <a:solidFill>
            <a:schemeClr val="accent3"/>
          </a:solidFill>
          <a:ln>
            <a:noFill/>
          </a:ln>
        </p:spPr>
        <p:txBody>
          <a:bodyPr wrap="square" lIns="0" tIns="0" rIns="0" bIns="0" anchor="ctr" anchorCtr="1">
            <a:noAutofit/>
          </a:bodyPr>
          <a:lstStyle/>
          <a:p>
            <a:pPr algn="ctr">
              <a:buNone/>
            </a:pPr>
            <a:r>
              <a:rPr lang="en" sz="1600" b="1">
                <a:solidFill>
                  <a:schemeClr val="lt1"/>
                </a:solidFill>
                <a:latin typeface="Roboto"/>
              </a:rPr>
              <a:t>D</a:t>
            </a:r>
          </a:p>
        </p:txBody>
      </p:sp>
      <p:sp>
        <p:nvSpPr>
          <p:cNvPr id="232" name="Ch2text"/>
          <p:cNvSpPr txBox="1"/>
          <p:nvPr/>
        </p:nvSpPr>
        <p:spPr>
          <a:xfrm>
            <a:off x="2611850" y="3200000"/>
            <a:ext cx="1740150" cy="820000"/>
          </a:xfrm>
          <a:prstGeom prst="rect">
            <a:avLst/>
          </a:prstGeom>
          <a:noFill/>
        </p:spPr>
        <p:txBody>
          <a:bodyPr wrap="square" lIns="0" tIns="0" rIns="0" bIns="0" anchor="t">
            <a:noAutofit/>
          </a:bodyPr>
          <a:lstStyle/>
          <a:p>
            <a:pPr marL="0" indent="0" algn="ctr">
              <a:spcAft>
                <a:spcPts val="300"/>
              </a:spcAft>
              <a:buNone/>
            </a:pPr>
            <a:r>
              <a:rPr lang="en" sz="1400" b="1">
                <a:solidFill>
                  <a:schemeClr val="dk2"/>
                </a:solidFill>
                <a:latin typeface="Roboto"/>
              </a:rPr>
              <a:t>Discord</a:t>
            </a:r>
          </a:p>
          <a:p>
            <a:pPr marL="0" indent="0" algn="ctr">
              <a:buNone/>
            </a:pPr>
            <a:r>
              <a:rPr lang="en" sz="1000">
                <a:solidFill>
                  <a:schemeClr val="accent3"/>
                </a:solidFill>
                <a:latin typeface="Roboto"/>
                <a:hlinkClick r:id="rId3"/>
              </a:rPr>
              <a:t>discord.gg/P7vC7Pdy4h</a:t>
            </a:r>
          </a:p>
        </p:txBody>
      </p:sp>
      <p:sp>
        <p:nvSpPr>
          <p:cNvPr id="240" name="Ch3"/>
          <p:cNvSpPr/>
          <p:nvPr/>
        </p:nvSpPr>
        <p:spPr>
          <a:xfrm>
            <a:off x="4672000" y="2420000"/>
            <a:ext cx="1980150" cy="172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241" name="Ch3circle"/>
          <p:cNvSpPr/>
          <p:nvPr/>
        </p:nvSpPr>
        <p:spPr>
          <a:xfrm>
            <a:off x="5422075" y="2620000"/>
            <a:ext cx="480000" cy="480000"/>
          </a:xfrm>
          <a:prstGeom prst="ellipse">
            <a:avLst/>
          </a:prstGeom>
          <a:solidFill>
            <a:schemeClr val="accent6"/>
          </a:solidFill>
          <a:ln>
            <a:noFill/>
          </a:ln>
        </p:spPr>
        <p:txBody>
          <a:bodyPr wrap="square" lIns="0" tIns="0" rIns="0" bIns="0" anchor="ctr" anchorCtr="1">
            <a:noAutofit/>
          </a:bodyPr>
          <a:lstStyle/>
          <a:p>
            <a:pPr algn="ctr">
              <a:buNone/>
            </a:pPr>
            <a:r>
              <a:rPr lang="en" sz="1600" b="1">
                <a:solidFill>
                  <a:schemeClr val="lt1"/>
                </a:solidFill>
                <a:latin typeface="Roboto"/>
              </a:rPr>
              <a:t>@</a:t>
            </a:r>
          </a:p>
        </p:txBody>
      </p:sp>
      <p:sp>
        <p:nvSpPr>
          <p:cNvPr id="242" name="Ch3text"/>
          <p:cNvSpPr txBox="1"/>
          <p:nvPr/>
        </p:nvSpPr>
        <p:spPr>
          <a:xfrm>
            <a:off x="4792000" y="3200000"/>
            <a:ext cx="1740150" cy="820000"/>
          </a:xfrm>
          <a:prstGeom prst="rect">
            <a:avLst/>
          </a:prstGeom>
          <a:noFill/>
        </p:spPr>
        <p:txBody>
          <a:bodyPr wrap="square" lIns="0" tIns="0" rIns="0" bIns="0" anchor="t">
            <a:noAutofit/>
          </a:bodyPr>
          <a:lstStyle/>
          <a:p>
            <a:pPr marL="0" indent="0" algn="ctr">
              <a:spcAft>
                <a:spcPts val="300"/>
              </a:spcAft>
              <a:buNone/>
            </a:pPr>
            <a:r>
              <a:rPr lang="en" sz="1400" b="1">
                <a:solidFill>
                  <a:schemeClr val="dk2"/>
                </a:solidFill>
                <a:latin typeface="Roboto"/>
              </a:rPr>
              <a:t>Email</a:t>
            </a:r>
          </a:p>
          <a:p>
            <a:pPr marL="0" indent="0" algn="ctr">
              <a:buNone/>
            </a:pPr>
            <a:r>
              <a:rPr lang="en" sz="1000">
                <a:solidFill>
                  <a:schemeClr val="lt2"/>
                </a:solidFill>
                <a:latin typeface="Roboto"/>
              </a:rPr>
              <a:t>Drop me a note anytime.</a:t>
            </a:r>
          </a:p>
        </p:txBody>
      </p:sp>
      <p:sp>
        <p:nvSpPr>
          <p:cNvPr id="250" name="Ch4"/>
          <p:cNvSpPr/>
          <p:nvPr/>
        </p:nvSpPr>
        <p:spPr>
          <a:xfrm>
            <a:off x="6852150" y="2420000"/>
            <a:ext cx="1980150" cy="172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251" name="Ch4circle"/>
          <p:cNvSpPr/>
          <p:nvPr/>
        </p:nvSpPr>
        <p:spPr>
          <a:xfrm>
            <a:off x="7602225" y="2620000"/>
            <a:ext cx="480000" cy="480000"/>
          </a:xfrm>
          <a:prstGeom prst="ellipse">
            <a:avLst/>
          </a:prstGeom>
          <a:solidFill>
            <a:schemeClr val="accent5"/>
          </a:solidFill>
          <a:ln>
            <a:noFill/>
          </a:ln>
        </p:spPr>
        <p:txBody>
          <a:bodyPr wrap="square" lIns="0" tIns="0" rIns="0" bIns="0" anchor="ctr" anchorCtr="1">
            <a:noAutofit/>
          </a:bodyPr>
          <a:lstStyle/>
          <a:p>
            <a:pPr algn="ctr">
              <a:buNone/>
            </a:pPr>
            <a:r>
              <a:rPr lang="en" sz="1600" b="1">
                <a:solidFill>
                  <a:schemeClr val="lt1"/>
                </a:solidFill>
                <a:latin typeface="Roboto"/>
              </a:rPr>
              <a:t>L</a:t>
            </a:r>
          </a:p>
        </p:txBody>
      </p:sp>
      <p:sp>
        <p:nvSpPr>
          <p:cNvPr id="252" name="Ch4text"/>
          <p:cNvSpPr txBox="1"/>
          <p:nvPr/>
        </p:nvSpPr>
        <p:spPr>
          <a:xfrm>
            <a:off x="6972150" y="3200000"/>
            <a:ext cx="1740150" cy="820000"/>
          </a:xfrm>
          <a:prstGeom prst="rect">
            <a:avLst/>
          </a:prstGeom>
          <a:noFill/>
        </p:spPr>
        <p:txBody>
          <a:bodyPr wrap="square" lIns="0" tIns="0" rIns="0" bIns="0" anchor="t">
            <a:noAutofit/>
          </a:bodyPr>
          <a:lstStyle/>
          <a:p>
            <a:pPr marL="0" indent="0" algn="ctr">
              <a:spcAft>
                <a:spcPts val="300"/>
              </a:spcAft>
              <a:buNone/>
            </a:pPr>
            <a:r>
              <a:rPr lang="en" sz="1400" b="1">
                <a:solidFill>
                  <a:schemeClr val="dk2"/>
                </a:solidFill>
                <a:latin typeface="Roboto"/>
              </a:rPr>
              <a:t>In Lecture</a:t>
            </a:r>
          </a:p>
          <a:p>
            <a:pPr marL="0" indent="0" algn="ctr">
              <a:buNone/>
            </a:pPr>
            <a:r>
              <a:rPr lang="en" sz="1000">
                <a:solidFill>
                  <a:schemeClr val="lt2"/>
                </a:solidFill>
                <a:latin typeface="Roboto"/>
              </a:rPr>
              <a:t>Just raise your hand.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Title"/>
          <p:cNvSpPr txBox="1">
            <a:spLocks noGrp="1"/>
          </p:cNvSpPr>
          <p:nvPr>
            <p:ph type="title"/>
          </p:nvPr>
        </p:nvSpPr>
        <p:spPr>
          <a:xfrm>
            <a:off x="311700" y="410000"/>
            <a:ext cx="8520600" cy="607800"/>
          </a:xfrm>
          <a:prstGeom prst="rect">
            <a:avLst/>
          </a:prstGeom>
        </p:spPr>
        <p:txBody>
          <a:bodyPr spcFirstLastPara="1" wrap="square" lIns="91425" tIns="91425" rIns="91425" bIns="91425" anchor="t">
            <a:normAutofit fontScale="90000"/>
          </a:bodyPr>
          <a:lstStyle/>
          <a:p>
            <a:pPr marL="0" indent="0">
              <a:buNone/>
            </a:pPr>
            <a:r>
              <a:rPr lang="en"/>
              <a:t>Today's Agenda – Warming back into things</a:t>
            </a:r>
          </a:p>
        </p:txBody>
      </p:sp>
      <p:sp>
        <p:nvSpPr>
          <p:cNvPr id="205" name="Subhead"/>
          <p:cNvSpPr txBox="1"/>
          <p:nvPr/>
        </p:nvSpPr>
        <p:spPr>
          <a:xfrm>
            <a:off x="311700" y="1060000"/>
            <a:ext cx="8520600" cy="320000"/>
          </a:xfrm>
          <a:prstGeom prst="rect">
            <a:avLst/>
          </a:prstGeom>
          <a:noFill/>
        </p:spPr>
        <p:txBody>
          <a:bodyPr wrap="square" lIns="0" tIns="0" rIns="0" bIns="0" anchor="t">
            <a:noAutofit/>
          </a:bodyPr>
          <a:lstStyle/>
          <a:p>
            <a:pPr marL="0" indent="0">
              <a:buNone/>
            </a:pPr>
            <a:r>
              <a:rPr lang="en" sz="1300">
                <a:solidFill>
                  <a:srgbClr val="64748B"/>
                </a:solidFill>
                <a:latin typeface="Roboto"/>
              </a:rPr>
              <a:t>Five stops from a single class to full data structures — here's the path we'll take today.</a:t>
            </a:r>
          </a:p>
        </p:txBody>
      </p:sp>
      <p:sp>
        <p:nvSpPr>
          <p:cNvPr id="210" name="Rail"/>
          <p:cNvSpPr/>
          <p:nvPr/>
        </p:nvSpPr>
        <p:spPr>
          <a:xfrm>
            <a:off x="585000" y="1840000"/>
            <a:ext cx="30000" cy="2520000"/>
          </a:xfrm>
          <a:prstGeom prst="rect">
            <a:avLst/>
          </a:prstGeom>
          <a:solidFill>
            <a:srgbClr val="E2E8F0"/>
          </a:solidFill>
          <a:ln>
            <a:noFill/>
          </a:ln>
        </p:spPr>
        <p:txBody>
          <a:bodyPr/>
          <a:lstStyle/>
          <a:p>
            <a:endParaRPr/>
          </a:p>
        </p:txBody>
      </p:sp>
      <p:sp>
        <p:nvSpPr>
          <p:cNvPr id="220" name="Band220"/>
          <p:cNvSpPr/>
          <p:nvPr/>
        </p:nvSpPr>
        <p:spPr>
          <a:xfrm>
            <a:off x="1020000" y="1560000"/>
            <a:ext cx="7812300" cy="560000"/>
          </a:xfrm>
          <a:prstGeom prst="roundRect">
            <a:avLst>
              <a:gd name="adj" fmla="val 12000"/>
            </a:avLst>
          </a:prstGeom>
          <a:solidFill>
            <a:srgbClr val="FFFFFF"/>
          </a:solidFill>
          <a:ln w="9525">
            <a:solidFill>
              <a:srgbClr val="E2E8F0"/>
            </a:solidFill>
          </a:ln>
          <a:effectLst>
            <a:outerShdw blurRad="90000" dist="30000" dir="5400000" rotWithShape="0">
              <a:srgbClr val="1E3A8A">
                <a:alpha val="14000"/>
              </a:srgbClr>
            </a:outerShdw>
          </a:effectLst>
        </p:spPr>
        <p:txBody>
          <a:bodyPr/>
          <a:lstStyle/>
          <a:p>
            <a:endParaRPr/>
          </a:p>
        </p:txBody>
      </p:sp>
      <p:sp>
        <p:nvSpPr>
          <p:cNvPr id="221" name="Tab221"/>
          <p:cNvSpPr/>
          <p:nvPr/>
        </p:nvSpPr>
        <p:spPr>
          <a:xfrm>
            <a:off x="1065000" y="1655000"/>
            <a:ext cx="70000" cy="370000"/>
          </a:xfrm>
          <a:prstGeom prst="roundRect">
            <a:avLst>
              <a:gd name="adj" fmla="val 50000"/>
            </a:avLst>
          </a:prstGeom>
          <a:solidFill>
            <a:srgbClr val="2563EB"/>
          </a:solidFill>
          <a:ln>
            <a:noFill/>
          </a:ln>
        </p:spPr>
        <p:txBody>
          <a:bodyPr/>
          <a:lstStyle/>
          <a:p>
            <a:endParaRPr/>
          </a:p>
        </p:txBody>
      </p:sp>
      <p:sp>
        <p:nvSpPr>
          <p:cNvPr id="222" name="T222"/>
          <p:cNvSpPr txBox="1"/>
          <p:nvPr/>
        </p:nvSpPr>
        <p:spPr>
          <a:xfrm>
            <a:off x="1360000" y="1560000"/>
            <a:ext cx="7372300" cy="560000"/>
          </a:xfrm>
          <a:prstGeom prst="rect">
            <a:avLst/>
          </a:prstGeom>
          <a:noFill/>
        </p:spPr>
        <p:txBody>
          <a:bodyPr wrap="square" lIns="0" tIns="0" rIns="0" bIns="0" anchor="ctr">
            <a:noAutofit/>
          </a:bodyPr>
          <a:lstStyle/>
          <a:p>
            <a:pPr marL="0" indent="0">
              <a:buNone/>
            </a:pPr>
            <a:r>
              <a:rPr lang="en" sz="1400" b="1">
                <a:solidFill>
                  <a:srgbClr val="2563EB"/>
                </a:solidFill>
                <a:latin typeface="Roboto"/>
              </a:rPr>
              <a:t>Classes &amp; Objects</a:t>
            </a:r>
          </a:p>
          <a:p>
            <a:pPr marL="0" indent="0">
              <a:spcBef>
                <a:spcPts val="300"/>
              </a:spcBef>
              <a:buNone/>
            </a:pPr>
            <a:r>
              <a:rPr lang="en" sz="1000" b="0">
                <a:solidFill>
                  <a:srgbClr val="64748B"/>
                </a:solidFill>
                <a:latin typeface="Roboto"/>
              </a:rPr>
              <a:t>Primitive vs reference types, fields, constructors, this keyword, null, access modifiers, methods &amp; objects in memory</a:t>
            </a:r>
          </a:p>
        </p:txBody>
      </p:sp>
      <p:sp>
        <p:nvSpPr>
          <p:cNvPr id="223" name="Badge223"/>
          <p:cNvSpPr/>
          <p:nvPr/>
        </p:nvSpPr>
        <p:spPr>
          <a:xfrm>
            <a:off x="320000" y="1560000"/>
            <a:ext cx="560000" cy="560000"/>
          </a:xfrm>
          <a:prstGeom prst="ellipse">
            <a:avLst/>
          </a:prstGeom>
          <a:solidFill>
            <a:srgbClr val="2563EB"/>
          </a:solidFill>
          <a:ln w="28575">
            <a:solidFill>
              <a:srgbClr val="FFFFFF"/>
            </a:solidFill>
          </a:ln>
          <a:effectLst>
            <a:outerShdw blurRad="70000" dist="20000" dir="5400000" rotWithShape="0">
              <a:srgbClr val="1E3A8A">
                <a:alpha val="22000"/>
              </a:srgbClr>
            </a:outerShdw>
          </a:effectLst>
        </p:spPr>
        <p:txBody>
          <a:bodyPr lIns="0" tIns="0" rIns="0" bIns="0" anchor="ctr" anchorCtr="1"/>
          <a:lstStyle/>
          <a:p>
            <a:pPr marL="0" indent="0" algn="ctr">
              <a:buNone/>
            </a:pPr>
            <a:r>
              <a:rPr lang="en" sz="1500" b="1">
                <a:solidFill>
                  <a:srgbClr val="FFFFFF"/>
                </a:solidFill>
                <a:latin typeface="Roboto"/>
              </a:rPr>
              <a:t>1</a:t>
            </a:r>
          </a:p>
        </p:txBody>
      </p:sp>
      <p:sp>
        <p:nvSpPr>
          <p:cNvPr id="224" name="Band224"/>
          <p:cNvSpPr/>
          <p:nvPr/>
        </p:nvSpPr>
        <p:spPr>
          <a:xfrm>
            <a:off x="1020000" y="2190000"/>
            <a:ext cx="7812300" cy="560000"/>
          </a:xfrm>
          <a:prstGeom prst="roundRect">
            <a:avLst>
              <a:gd name="adj" fmla="val 12000"/>
            </a:avLst>
          </a:prstGeom>
          <a:solidFill>
            <a:srgbClr val="FFFFFF"/>
          </a:solidFill>
          <a:ln w="9525">
            <a:solidFill>
              <a:srgbClr val="E2E8F0"/>
            </a:solidFill>
          </a:ln>
          <a:effectLst>
            <a:outerShdw blurRad="90000" dist="30000" dir="5400000" rotWithShape="0">
              <a:srgbClr val="1E3A8A">
                <a:alpha val="14000"/>
              </a:srgbClr>
            </a:outerShdw>
          </a:effectLst>
        </p:spPr>
        <p:txBody>
          <a:bodyPr/>
          <a:lstStyle/>
          <a:p>
            <a:endParaRPr/>
          </a:p>
        </p:txBody>
      </p:sp>
      <p:sp>
        <p:nvSpPr>
          <p:cNvPr id="225" name="Tab225"/>
          <p:cNvSpPr/>
          <p:nvPr/>
        </p:nvSpPr>
        <p:spPr>
          <a:xfrm>
            <a:off x="1065000" y="2285000"/>
            <a:ext cx="70000" cy="370000"/>
          </a:xfrm>
          <a:prstGeom prst="roundRect">
            <a:avLst>
              <a:gd name="adj" fmla="val 50000"/>
            </a:avLst>
          </a:prstGeom>
          <a:solidFill>
            <a:srgbClr val="06B6D4"/>
          </a:solidFill>
          <a:ln>
            <a:noFill/>
          </a:ln>
        </p:spPr>
        <p:txBody>
          <a:bodyPr/>
          <a:lstStyle/>
          <a:p>
            <a:endParaRPr/>
          </a:p>
        </p:txBody>
      </p:sp>
      <p:sp>
        <p:nvSpPr>
          <p:cNvPr id="226" name="T226"/>
          <p:cNvSpPr txBox="1"/>
          <p:nvPr/>
        </p:nvSpPr>
        <p:spPr>
          <a:xfrm>
            <a:off x="1360000" y="2190000"/>
            <a:ext cx="7372300" cy="560000"/>
          </a:xfrm>
          <a:prstGeom prst="rect">
            <a:avLst/>
          </a:prstGeom>
          <a:noFill/>
        </p:spPr>
        <p:txBody>
          <a:bodyPr wrap="square" lIns="0" tIns="0" rIns="0" bIns="0" anchor="ctr">
            <a:noAutofit/>
          </a:bodyPr>
          <a:lstStyle/>
          <a:p>
            <a:pPr marL="0" indent="0">
              <a:buNone/>
            </a:pPr>
            <a:r>
              <a:rPr lang="en" sz="1400" b="1">
                <a:solidFill>
                  <a:srgbClr val="06B6D4"/>
                </a:solidFill>
                <a:latin typeface="Roboto"/>
              </a:rPr>
              <a:t>Inheritance &amp; Polymorphism</a:t>
            </a:r>
          </a:p>
          <a:p>
            <a:pPr marL="0" indent="0">
              <a:spcBef>
                <a:spcPts val="300"/>
              </a:spcBef>
              <a:buNone/>
            </a:pPr>
            <a:r>
              <a:rPr lang="en" sz="1000" b="0">
                <a:solidFill>
                  <a:srgbClr val="64748B"/>
                </a:solidFill>
                <a:latin typeface="Roboto"/>
              </a:rPr>
              <a:t>Extending classes, overriding methods &amp; one type, many forms</a:t>
            </a:r>
          </a:p>
        </p:txBody>
      </p:sp>
      <p:sp>
        <p:nvSpPr>
          <p:cNvPr id="227" name="Badge227"/>
          <p:cNvSpPr/>
          <p:nvPr/>
        </p:nvSpPr>
        <p:spPr>
          <a:xfrm>
            <a:off x="320000" y="2190000"/>
            <a:ext cx="560000" cy="560000"/>
          </a:xfrm>
          <a:prstGeom prst="ellipse">
            <a:avLst/>
          </a:prstGeom>
          <a:solidFill>
            <a:srgbClr val="06B6D4"/>
          </a:solidFill>
          <a:ln w="28575">
            <a:solidFill>
              <a:srgbClr val="FFFFFF"/>
            </a:solidFill>
          </a:ln>
          <a:effectLst>
            <a:outerShdw blurRad="70000" dist="20000" dir="5400000" rotWithShape="0">
              <a:srgbClr val="1E3A8A">
                <a:alpha val="22000"/>
              </a:srgbClr>
            </a:outerShdw>
          </a:effectLst>
        </p:spPr>
        <p:txBody>
          <a:bodyPr lIns="0" tIns="0" rIns="0" bIns="0" anchor="ctr" anchorCtr="1"/>
          <a:lstStyle/>
          <a:p>
            <a:pPr marL="0" indent="0" algn="ctr">
              <a:buNone/>
            </a:pPr>
            <a:r>
              <a:rPr lang="en" sz="1500" b="1">
                <a:solidFill>
                  <a:srgbClr val="FFFFFF"/>
                </a:solidFill>
                <a:latin typeface="Roboto"/>
              </a:rPr>
              <a:t>2</a:t>
            </a:r>
          </a:p>
        </p:txBody>
      </p:sp>
      <p:sp>
        <p:nvSpPr>
          <p:cNvPr id="228" name="Band228"/>
          <p:cNvSpPr/>
          <p:nvPr/>
        </p:nvSpPr>
        <p:spPr>
          <a:xfrm>
            <a:off x="1020000" y="2820000"/>
            <a:ext cx="7812300" cy="560000"/>
          </a:xfrm>
          <a:prstGeom prst="roundRect">
            <a:avLst>
              <a:gd name="adj" fmla="val 12000"/>
            </a:avLst>
          </a:prstGeom>
          <a:solidFill>
            <a:srgbClr val="FFFFFF"/>
          </a:solidFill>
          <a:ln w="9525">
            <a:solidFill>
              <a:srgbClr val="E2E8F0"/>
            </a:solidFill>
          </a:ln>
          <a:effectLst>
            <a:outerShdw blurRad="90000" dist="30000" dir="5400000" rotWithShape="0">
              <a:srgbClr val="1E3A8A">
                <a:alpha val="14000"/>
              </a:srgbClr>
            </a:outerShdw>
          </a:effectLst>
        </p:spPr>
        <p:txBody>
          <a:bodyPr/>
          <a:lstStyle/>
          <a:p>
            <a:endParaRPr/>
          </a:p>
        </p:txBody>
      </p:sp>
      <p:sp>
        <p:nvSpPr>
          <p:cNvPr id="229" name="Tab229"/>
          <p:cNvSpPr/>
          <p:nvPr/>
        </p:nvSpPr>
        <p:spPr>
          <a:xfrm>
            <a:off x="1065000" y="2915000"/>
            <a:ext cx="70000" cy="370000"/>
          </a:xfrm>
          <a:prstGeom prst="roundRect">
            <a:avLst>
              <a:gd name="adj" fmla="val 50000"/>
            </a:avLst>
          </a:prstGeom>
          <a:solidFill>
            <a:srgbClr val="38BDF8"/>
          </a:solidFill>
          <a:ln>
            <a:noFill/>
          </a:ln>
        </p:spPr>
        <p:txBody>
          <a:bodyPr/>
          <a:lstStyle/>
          <a:p>
            <a:endParaRPr/>
          </a:p>
        </p:txBody>
      </p:sp>
      <p:sp>
        <p:nvSpPr>
          <p:cNvPr id="230" name="T230"/>
          <p:cNvSpPr txBox="1"/>
          <p:nvPr/>
        </p:nvSpPr>
        <p:spPr>
          <a:xfrm>
            <a:off x="1360000" y="2820000"/>
            <a:ext cx="7372300" cy="560000"/>
          </a:xfrm>
          <a:prstGeom prst="rect">
            <a:avLst/>
          </a:prstGeom>
          <a:noFill/>
        </p:spPr>
        <p:txBody>
          <a:bodyPr wrap="square" lIns="0" tIns="0" rIns="0" bIns="0" anchor="ctr">
            <a:noAutofit/>
          </a:bodyPr>
          <a:lstStyle/>
          <a:p>
            <a:pPr marL="0" indent="0">
              <a:buNone/>
            </a:pPr>
            <a:r>
              <a:rPr lang="en" sz="1400" b="1">
                <a:solidFill>
                  <a:srgbClr val="38BDF8"/>
                </a:solidFill>
                <a:latin typeface="Roboto"/>
              </a:rPr>
              <a:t>Packages</a:t>
            </a:r>
          </a:p>
          <a:p>
            <a:pPr marL="0" indent="0">
              <a:spcBef>
                <a:spcPts val="300"/>
              </a:spcBef>
              <a:buNone/>
            </a:pPr>
            <a:r>
              <a:rPr lang="en" sz="1000" b="0">
                <a:solidFill>
                  <a:srgbClr val="64748B"/>
                </a:solidFill>
                <a:latin typeface="Roboto"/>
              </a:rPr>
              <a:t>Organizing code, creating a package &amp; importing what you need</a:t>
            </a:r>
          </a:p>
        </p:txBody>
      </p:sp>
      <p:sp>
        <p:nvSpPr>
          <p:cNvPr id="231" name="Badge231"/>
          <p:cNvSpPr/>
          <p:nvPr/>
        </p:nvSpPr>
        <p:spPr>
          <a:xfrm>
            <a:off x="320000" y="2820000"/>
            <a:ext cx="560000" cy="560000"/>
          </a:xfrm>
          <a:prstGeom prst="ellipse">
            <a:avLst/>
          </a:prstGeom>
          <a:solidFill>
            <a:srgbClr val="38BDF8"/>
          </a:solidFill>
          <a:ln w="28575">
            <a:solidFill>
              <a:srgbClr val="FFFFFF"/>
            </a:solidFill>
          </a:ln>
          <a:effectLst>
            <a:outerShdw blurRad="70000" dist="20000" dir="5400000" rotWithShape="0">
              <a:srgbClr val="1E3A8A">
                <a:alpha val="22000"/>
              </a:srgbClr>
            </a:outerShdw>
          </a:effectLst>
        </p:spPr>
        <p:txBody>
          <a:bodyPr lIns="0" tIns="0" rIns="0" bIns="0" anchor="ctr" anchorCtr="1"/>
          <a:lstStyle/>
          <a:p>
            <a:pPr marL="0" indent="0" algn="ctr">
              <a:buNone/>
            </a:pPr>
            <a:r>
              <a:rPr lang="en" sz="1500" b="1">
                <a:solidFill>
                  <a:srgbClr val="FFFFFF"/>
                </a:solidFill>
                <a:latin typeface="Roboto"/>
              </a:rPr>
              <a:t>3</a:t>
            </a:r>
          </a:p>
        </p:txBody>
      </p:sp>
      <p:sp>
        <p:nvSpPr>
          <p:cNvPr id="232" name="Band232"/>
          <p:cNvSpPr/>
          <p:nvPr/>
        </p:nvSpPr>
        <p:spPr>
          <a:xfrm>
            <a:off x="1020000" y="3450000"/>
            <a:ext cx="7812300" cy="560000"/>
          </a:xfrm>
          <a:prstGeom prst="roundRect">
            <a:avLst>
              <a:gd name="adj" fmla="val 12000"/>
            </a:avLst>
          </a:prstGeom>
          <a:solidFill>
            <a:srgbClr val="FFFFFF"/>
          </a:solidFill>
          <a:ln w="9525">
            <a:solidFill>
              <a:srgbClr val="E2E8F0"/>
            </a:solidFill>
          </a:ln>
          <a:effectLst>
            <a:outerShdw blurRad="90000" dist="30000" dir="5400000" rotWithShape="0">
              <a:srgbClr val="1E3A8A">
                <a:alpha val="14000"/>
              </a:srgbClr>
            </a:outerShdw>
          </a:effectLst>
        </p:spPr>
        <p:txBody>
          <a:bodyPr/>
          <a:lstStyle/>
          <a:p>
            <a:endParaRPr/>
          </a:p>
        </p:txBody>
      </p:sp>
      <p:sp>
        <p:nvSpPr>
          <p:cNvPr id="233" name="Tab233"/>
          <p:cNvSpPr/>
          <p:nvPr/>
        </p:nvSpPr>
        <p:spPr>
          <a:xfrm>
            <a:off x="1065000" y="3545000"/>
            <a:ext cx="70000" cy="370000"/>
          </a:xfrm>
          <a:prstGeom prst="roundRect">
            <a:avLst>
              <a:gd name="adj" fmla="val 50000"/>
            </a:avLst>
          </a:prstGeom>
          <a:solidFill>
            <a:srgbClr val="EC4899"/>
          </a:solidFill>
          <a:ln>
            <a:noFill/>
          </a:ln>
        </p:spPr>
        <p:txBody>
          <a:bodyPr/>
          <a:lstStyle/>
          <a:p>
            <a:endParaRPr/>
          </a:p>
        </p:txBody>
      </p:sp>
      <p:sp>
        <p:nvSpPr>
          <p:cNvPr id="234" name="T234"/>
          <p:cNvSpPr txBox="1"/>
          <p:nvPr/>
        </p:nvSpPr>
        <p:spPr>
          <a:xfrm>
            <a:off x="1360000" y="3450000"/>
            <a:ext cx="7372300" cy="560000"/>
          </a:xfrm>
          <a:prstGeom prst="rect">
            <a:avLst/>
          </a:prstGeom>
          <a:noFill/>
        </p:spPr>
        <p:txBody>
          <a:bodyPr wrap="square" lIns="0" tIns="0" rIns="0" bIns="0" anchor="ctr">
            <a:noAutofit/>
          </a:bodyPr>
          <a:lstStyle/>
          <a:p>
            <a:pPr marL="0" indent="0">
              <a:buNone/>
            </a:pPr>
            <a:r>
              <a:rPr lang="en" sz="1400" b="1">
                <a:solidFill>
                  <a:srgbClr val="EC4899"/>
                </a:solidFill>
                <a:latin typeface="Roboto"/>
              </a:rPr>
              <a:t>Exceptions</a:t>
            </a:r>
          </a:p>
          <a:p>
            <a:pPr marL="0" indent="0">
              <a:spcBef>
                <a:spcPts val="300"/>
              </a:spcBef>
              <a:buNone/>
            </a:pPr>
            <a:r>
              <a:rPr lang="en" sz="1000" b="0">
                <a:solidFill>
                  <a:srgbClr val="64748B"/>
                </a:solidFill>
                <a:latin typeface="Roboto"/>
              </a:rPr>
              <a:t>try / catch / finally, throwing errors &amp; the three major parts</a:t>
            </a:r>
          </a:p>
        </p:txBody>
      </p:sp>
      <p:sp>
        <p:nvSpPr>
          <p:cNvPr id="235" name="Badge235"/>
          <p:cNvSpPr/>
          <p:nvPr/>
        </p:nvSpPr>
        <p:spPr>
          <a:xfrm>
            <a:off x="320000" y="3450000"/>
            <a:ext cx="560000" cy="560000"/>
          </a:xfrm>
          <a:prstGeom prst="ellipse">
            <a:avLst/>
          </a:prstGeom>
          <a:solidFill>
            <a:srgbClr val="EC4899"/>
          </a:solidFill>
          <a:ln w="28575">
            <a:solidFill>
              <a:srgbClr val="FFFFFF"/>
            </a:solidFill>
          </a:ln>
          <a:effectLst>
            <a:outerShdw blurRad="70000" dist="20000" dir="5400000" rotWithShape="0">
              <a:srgbClr val="1E3A8A">
                <a:alpha val="22000"/>
              </a:srgbClr>
            </a:outerShdw>
          </a:effectLst>
        </p:spPr>
        <p:txBody>
          <a:bodyPr lIns="0" tIns="0" rIns="0" bIns="0" anchor="ctr" anchorCtr="1"/>
          <a:lstStyle/>
          <a:p>
            <a:pPr marL="0" indent="0" algn="ctr">
              <a:buNone/>
            </a:pPr>
            <a:r>
              <a:rPr lang="en" sz="1500" b="1">
                <a:solidFill>
                  <a:srgbClr val="FFFFFF"/>
                </a:solidFill>
                <a:latin typeface="Roboto"/>
              </a:rPr>
              <a:t>4</a:t>
            </a:r>
          </a:p>
        </p:txBody>
      </p:sp>
      <p:sp>
        <p:nvSpPr>
          <p:cNvPr id="236" name="Band236"/>
          <p:cNvSpPr/>
          <p:nvPr/>
        </p:nvSpPr>
        <p:spPr>
          <a:xfrm>
            <a:off x="1020000" y="4080000"/>
            <a:ext cx="7812300" cy="560000"/>
          </a:xfrm>
          <a:prstGeom prst="roundRect">
            <a:avLst>
              <a:gd name="adj" fmla="val 12000"/>
            </a:avLst>
          </a:prstGeom>
          <a:solidFill>
            <a:srgbClr val="FFFFFF"/>
          </a:solidFill>
          <a:ln w="9525">
            <a:solidFill>
              <a:srgbClr val="E2E8F0"/>
            </a:solidFill>
          </a:ln>
          <a:effectLst>
            <a:outerShdw blurRad="90000" dist="30000" dir="5400000" rotWithShape="0">
              <a:srgbClr val="1E3A8A">
                <a:alpha val="14000"/>
              </a:srgbClr>
            </a:outerShdw>
          </a:effectLst>
        </p:spPr>
        <p:txBody>
          <a:bodyPr/>
          <a:lstStyle/>
          <a:p>
            <a:endParaRPr/>
          </a:p>
        </p:txBody>
      </p:sp>
      <p:sp>
        <p:nvSpPr>
          <p:cNvPr id="237" name="Tab237"/>
          <p:cNvSpPr/>
          <p:nvPr/>
        </p:nvSpPr>
        <p:spPr>
          <a:xfrm>
            <a:off x="1065000" y="4175000"/>
            <a:ext cx="70000" cy="370000"/>
          </a:xfrm>
          <a:prstGeom prst="roundRect">
            <a:avLst>
              <a:gd name="adj" fmla="val 50000"/>
            </a:avLst>
          </a:prstGeom>
          <a:solidFill>
            <a:srgbClr val="8B5CF6"/>
          </a:solidFill>
          <a:ln>
            <a:noFill/>
          </a:ln>
        </p:spPr>
        <p:txBody>
          <a:bodyPr/>
          <a:lstStyle/>
          <a:p>
            <a:endParaRPr/>
          </a:p>
        </p:txBody>
      </p:sp>
      <p:sp>
        <p:nvSpPr>
          <p:cNvPr id="238" name="T238"/>
          <p:cNvSpPr txBox="1"/>
          <p:nvPr/>
        </p:nvSpPr>
        <p:spPr>
          <a:xfrm>
            <a:off x="1360000" y="4080000"/>
            <a:ext cx="7372300" cy="560000"/>
          </a:xfrm>
          <a:prstGeom prst="rect">
            <a:avLst/>
          </a:prstGeom>
          <a:noFill/>
        </p:spPr>
        <p:txBody>
          <a:bodyPr wrap="square" lIns="0" tIns="0" rIns="0" bIns="0" anchor="ctr">
            <a:noAutofit/>
          </a:bodyPr>
          <a:lstStyle/>
          <a:p>
            <a:pPr marL="0" indent="0">
              <a:buNone/>
            </a:pPr>
            <a:r>
              <a:rPr lang="en" sz="1400" b="1">
                <a:solidFill>
                  <a:srgbClr val="8B5CF6"/>
                </a:solidFill>
                <a:latin typeface="Roboto"/>
              </a:rPr>
              <a:t>Data Structures</a:t>
            </a:r>
          </a:p>
          <a:p>
            <a:pPr marL="0" indent="0">
              <a:spcBef>
                <a:spcPts val="300"/>
              </a:spcBef>
              <a:buNone/>
            </a:pPr>
            <a:r>
              <a:rPr lang="en" sz="1000" b="0">
                <a:solidFill>
                  <a:srgbClr val="64748B"/>
                </a:solidFill>
                <a:latin typeface="Roboto"/>
              </a:rPr>
              <a:t>Arrays, linked lists, stacks, queues, maps, trees &amp; graphs</a:t>
            </a:r>
          </a:p>
        </p:txBody>
      </p:sp>
      <p:sp>
        <p:nvSpPr>
          <p:cNvPr id="239" name="Badge239"/>
          <p:cNvSpPr/>
          <p:nvPr/>
        </p:nvSpPr>
        <p:spPr>
          <a:xfrm>
            <a:off x="320000" y="4080000"/>
            <a:ext cx="560000" cy="560000"/>
          </a:xfrm>
          <a:prstGeom prst="ellipse">
            <a:avLst/>
          </a:prstGeom>
          <a:solidFill>
            <a:srgbClr val="8B5CF6"/>
          </a:solidFill>
          <a:ln w="28575">
            <a:solidFill>
              <a:srgbClr val="FFFFFF"/>
            </a:solidFill>
          </a:ln>
          <a:effectLst>
            <a:outerShdw blurRad="70000" dist="20000" dir="5400000" rotWithShape="0">
              <a:srgbClr val="1E3A8A">
                <a:alpha val="22000"/>
              </a:srgbClr>
            </a:outerShdw>
          </a:effectLst>
        </p:spPr>
        <p:txBody>
          <a:bodyPr lIns="0" tIns="0" rIns="0" bIns="0" anchor="ctr" anchorCtr="1"/>
          <a:lstStyle/>
          <a:p>
            <a:pPr marL="0" indent="0" algn="ctr">
              <a:buNone/>
            </a:pPr>
            <a:r>
              <a:rPr lang="en" sz="1500" b="1">
                <a:solidFill>
                  <a:srgbClr val="FFFFFF"/>
                </a:solidFill>
                <a:latin typeface="Roboto"/>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Remember How To Write Code?</a:t>
            </a:r>
          </a:p>
        </p:txBody>
      </p:sp>
      <p:sp>
        <p:nvSpPr>
          <p:cNvPr id="20"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a:solidFill>
                  <a:schemeClr val="lt2"/>
                </a:solidFill>
                <a:latin typeface="Roboto"/>
              </a:rPr>
              <a:t>Warm-up discussion — think back to the code you've already written.</a:t>
            </a:r>
          </a:p>
        </p:txBody>
      </p:sp>
      <p:sp>
        <p:nvSpPr>
          <p:cNvPr id="30" name="R30"/>
          <p:cNvSpPr/>
          <p:nvPr/>
        </p:nvSpPr>
        <p:spPr>
          <a:xfrm>
            <a:off x="311700" y="1480000"/>
            <a:ext cx="8520600" cy="680000"/>
          </a:xfrm>
          <a:prstGeom prst="roundRect">
            <a:avLst>
              <a:gd name="adj" fmla="val 11000"/>
            </a:avLst>
          </a:prstGeom>
          <a:solidFill>
            <a:schemeClr val="accent2">
              <a:alpha val="12000"/>
            </a:schemeClr>
          </a:solidFill>
          <a:ln>
            <a:noFill/>
          </a:ln>
        </p:spPr>
        <p:txBody>
          <a:bodyPr/>
          <a:lstStyle/>
          <a:p>
            <a:endParaRPr/>
          </a:p>
        </p:txBody>
      </p:sp>
      <p:sp>
        <p:nvSpPr>
          <p:cNvPr id="31" name="R31"/>
          <p:cNvSpPr/>
          <p:nvPr/>
        </p:nvSpPr>
        <p:spPr>
          <a:xfrm>
            <a:off x="311700" y="1480000"/>
            <a:ext cx="90000" cy="680000"/>
          </a:xfrm>
          <a:prstGeom prst="rect">
            <a:avLst/>
          </a:prstGeom>
          <a:solidFill>
            <a:schemeClr val="accent2"/>
          </a:solidFill>
          <a:ln>
            <a:noFill/>
          </a:ln>
        </p:spPr>
        <p:txBody>
          <a:bodyPr/>
          <a:lstStyle/>
          <a:p>
            <a:endParaRPr/>
          </a:p>
        </p:txBody>
      </p:sp>
      <p:sp>
        <p:nvSpPr>
          <p:cNvPr id="32" name="BannerText"/>
          <p:cNvSpPr txBox="1"/>
          <p:nvPr/>
        </p:nvSpPr>
        <p:spPr>
          <a:xfrm>
            <a:off x="560000" y="1480000"/>
            <a:ext cx="8100000" cy="680000"/>
          </a:xfrm>
          <a:prstGeom prst="rect">
            <a:avLst/>
          </a:prstGeom>
          <a:noFill/>
        </p:spPr>
        <p:txBody>
          <a:bodyPr wrap="square" lIns="0" tIns="0" rIns="0" bIns="0" anchor="ctr">
            <a:noAutofit/>
          </a:bodyPr>
          <a:lstStyle/>
          <a:p>
            <a:pPr marL="0" indent="0">
              <a:spcAft>
                <a:spcPts val="200"/>
              </a:spcAft>
              <a:buNone/>
            </a:pPr>
            <a:r>
              <a:rPr lang="en" sz="1800" b="1" dirty="0">
                <a:solidFill>
                  <a:schemeClr val="dk1"/>
                </a:solidFill>
                <a:latin typeface="Roboto"/>
              </a:rPr>
              <a:t>Let’s talk.</a:t>
            </a:r>
          </a:p>
          <a:p>
            <a:pPr marL="0" indent="0">
              <a:buNone/>
            </a:pPr>
            <a:r>
              <a:rPr lang="en" sz="1200" dirty="0">
                <a:solidFill>
                  <a:schemeClr val="dk2"/>
                </a:solidFill>
                <a:latin typeface="Roboto"/>
              </a:rPr>
              <a:t>No wrong answers here — just think out loud with me.</a:t>
            </a:r>
          </a:p>
        </p:txBody>
      </p:sp>
      <p:sp>
        <p:nvSpPr>
          <p:cNvPr id="40" name="Card40"/>
          <p:cNvSpPr/>
          <p:nvPr/>
        </p:nvSpPr>
        <p:spPr>
          <a:xfrm>
            <a:off x="311700" y="2280000"/>
            <a:ext cx="4175200" cy="190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41" name="E41"/>
          <p:cNvSpPr/>
          <p:nvPr/>
        </p:nvSpPr>
        <p:spPr>
          <a:xfrm>
            <a:off x="561700" y="2510000"/>
            <a:ext cx="540000" cy="540000"/>
          </a:xfrm>
          <a:prstGeom prst="ellipse">
            <a:avLst/>
          </a:prstGeom>
          <a:solidFill>
            <a:schemeClr val="accent2"/>
          </a:solidFill>
          <a:ln>
            <a:noFill/>
          </a:ln>
        </p:spPr>
        <p:txBody>
          <a:bodyPr/>
          <a:lstStyle/>
          <a:p>
            <a:endParaRPr/>
          </a:p>
        </p:txBody>
      </p:sp>
      <p:sp>
        <p:nvSpPr>
          <p:cNvPr id="42" name="G42"/>
          <p:cNvSpPr txBox="1"/>
          <p:nvPr/>
        </p:nvSpPr>
        <p:spPr>
          <a:xfrm>
            <a:off x="561700" y="2496000"/>
            <a:ext cx="540000" cy="540000"/>
          </a:xfrm>
          <a:prstGeom prst="rect">
            <a:avLst/>
          </a:prstGeom>
          <a:noFill/>
        </p:spPr>
        <p:txBody>
          <a:bodyPr wrap="square" lIns="0" tIns="0" rIns="0" bIns="0" anchor="ctr" anchorCtr="0">
            <a:noAutofit/>
          </a:bodyPr>
          <a:lstStyle/>
          <a:p>
            <a:pPr marL="0" indent="0" algn="ctr">
              <a:buNone/>
            </a:pPr>
            <a:r>
              <a:rPr lang="en" sz="2400" b="1">
                <a:solidFill>
                  <a:schemeClr val="lt1"/>
                </a:solidFill>
                <a:latin typeface="Roboto"/>
              </a:rPr>
              <a:t>?</a:t>
            </a:r>
          </a:p>
        </p:txBody>
      </p:sp>
      <p:sp>
        <p:nvSpPr>
          <p:cNvPr id="43" name="Eyebrow"/>
          <p:cNvSpPr txBox="1"/>
          <p:nvPr/>
        </p:nvSpPr>
        <p:spPr>
          <a:xfrm>
            <a:off x="561700" y="3140000"/>
            <a:ext cx="3675200" cy="200000"/>
          </a:xfrm>
          <a:prstGeom prst="rect">
            <a:avLst/>
          </a:prstGeom>
          <a:noFill/>
        </p:spPr>
        <p:txBody>
          <a:bodyPr wrap="square" lIns="0" tIns="0" rIns="0" bIns="0" anchor="t">
            <a:noAutofit/>
          </a:bodyPr>
          <a:lstStyle/>
          <a:p>
            <a:pPr marL="0" indent="0">
              <a:buNone/>
            </a:pPr>
            <a:r>
              <a:rPr lang="en" sz="1000" b="1" spc="180">
                <a:solidFill>
                  <a:schemeClr val="accent2"/>
                </a:solidFill>
                <a:latin typeface="Roboto"/>
              </a:rPr>
              <a:t>QUESTION 01</a:t>
            </a:r>
          </a:p>
        </p:txBody>
      </p:sp>
      <p:sp>
        <p:nvSpPr>
          <p:cNvPr id="44" name="Q44"/>
          <p:cNvSpPr txBox="1"/>
          <p:nvPr/>
        </p:nvSpPr>
        <p:spPr>
          <a:xfrm>
            <a:off x="561700" y="3360000"/>
            <a:ext cx="3675200" cy="720000"/>
          </a:xfrm>
          <a:prstGeom prst="rect">
            <a:avLst/>
          </a:prstGeom>
          <a:noFill/>
        </p:spPr>
        <p:txBody>
          <a:bodyPr wrap="square" lIns="0" tIns="0" rIns="0" bIns="0" anchor="t">
            <a:noAutofit/>
          </a:bodyPr>
          <a:lstStyle/>
          <a:p>
            <a:pPr marL="0" indent="0">
              <a:spcAft>
                <a:spcPts val="300"/>
              </a:spcAft>
              <a:buNone/>
            </a:pPr>
            <a:r>
              <a:rPr lang="en" sz="1600" b="1">
                <a:solidFill>
                  <a:schemeClr val="dk2"/>
                </a:solidFill>
                <a:latin typeface="Roboto"/>
              </a:rPr>
              <a:t>What languages have you written code in — Java, Python, or anything else?</a:t>
            </a:r>
          </a:p>
        </p:txBody>
      </p:sp>
      <p:sp>
        <p:nvSpPr>
          <p:cNvPr id="50" name="Card50"/>
          <p:cNvSpPr/>
          <p:nvPr/>
        </p:nvSpPr>
        <p:spPr>
          <a:xfrm>
            <a:off x="4657100" y="2280000"/>
            <a:ext cx="4175200" cy="190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51" name="E51"/>
          <p:cNvSpPr/>
          <p:nvPr/>
        </p:nvSpPr>
        <p:spPr>
          <a:xfrm>
            <a:off x="4907100" y="2510000"/>
            <a:ext cx="540000" cy="540000"/>
          </a:xfrm>
          <a:prstGeom prst="ellipse">
            <a:avLst/>
          </a:prstGeom>
          <a:solidFill>
            <a:schemeClr val="accent5"/>
          </a:solidFill>
          <a:ln>
            <a:noFill/>
          </a:ln>
        </p:spPr>
        <p:txBody>
          <a:bodyPr/>
          <a:lstStyle/>
          <a:p>
            <a:endParaRPr/>
          </a:p>
        </p:txBody>
      </p:sp>
      <p:sp>
        <p:nvSpPr>
          <p:cNvPr id="52" name="G52"/>
          <p:cNvSpPr txBox="1"/>
          <p:nvPr/>
        </p:nvSpPr>
        <p:spPr>
          <a:xfrm>
            <a:off x="4907100" y="2496000"/>
            <a:ext cx="540000" cy="540000"/>
          </a:xfrm>
          <a:prstGeom prst="rect">
            <a:avLst/>
          </a:prstGeom>
          <a:noFill/>
        </p:spPr>
        <p:txBody>
          <a:bodyPr wrap="square" lIns="0" tIns="0" rIns="0" bIns="0" anchor="ctr" anchorCtr="0">
            <a:noAutofit/>
          </a:bodyPr>
          <a:lstStyle/>
          <a:p>
            <a:pPr marL="0" indent="0" algn="ctr">
              <a:buNone/>
            </a:pPr>
            <a:r>
              <a:rPr lang="en" sz="2400" b="1">
                <a:solidFill>
                  <a:schemeClr val="lt1"/>
                </a:solidFill>
                <a:latin typeface="Roboto"/>
              </a:rPr>
              <a:t>?</a:t>
            </a:r>
          </a:p>
        </p:txBody>
      </p:sp>
      <p:sp>
        <p:nvSpPr>
          <p:cNvPr id="53" name="Eyebrow"/>
          <p:cNvSpPr txBox="1"/>
          <p:nvPr/>
        </p:nvSpPr>
        <p:spPr>
          <a:xfrm>
            <a:off x="4907100" y="3140000"/>
            <a:ext cx="3675200" cy="200000"/>
          </a:xfrm>
          <a:prstGeom prst="rect">
            <a:avLst/>
          </a:prstGeom>
          <a:noFill/>
        </p:spPr>
        <p:txBody>
          <a:bodyPr wrap="square" lIns="0" tIns="0" rIns="0" bIns="0" anchor="t">
            <a:noAutofit/>
          </a:bodyPr>
          <a:lstStyle/>
          <a:p>
            <a:pPr marL="0" indent="0">
              <a:buNone/>
            </a:pPr>
            <a:r>
              <a:rPr lang="en" sz="1000" b="1" spc="180">
                <a:solidFill>
                  <a:schemeClr val="accent5"/>
                </a:solidFill>
                <a:latin typeface="Roboto"/>
              </a:rPr>
              <a:t>QUESTION 02</a:t>
            </a:r>
          </a:p>
        </p:txBody>
      </p:sp>
      <p:sp>
        <p:nvSpPr>
          <p:cNvPr id="54" name="Q54"/>
          <p:cNvSpPr txBox="1"/>
          <p:nvPr/>
        </p:nvSpPr>
        <p:spPr>
          <a:xfrm>
            <a:off x="4907100" y="3360000"/>
            <a:ext cx="3675200" cy="720000"/>
          </a:xfrm>
          <a:prstGeom prst="rect">
            <a:avLst/>
          </a:prstGeom>
          <a:noFill/>
        </p:spPr>
        <p:txBody>
          <a:bodyPr wrap="square" lIns="0" tIns="0" rIns="0" bIns="0" anchor="t">
            <a:noAutofit/>
          </a:bodyPr>
          <a:lstStyle/>
          <a:p>
            <a:pPr marL="0" indent="0">
              <a:spcAft>
                <a:spcPts val="300"/>
              </a:spcAft>
              <a:buNone/>
            </a:pPr>
            <a:r>
              <a:rPr lang="en" sz="1600" b="1">
                <a:solidFill>
                  <a:schemeClr val="dk2"/>
                </a:solidFill>
                <a:latin typeface="Roboto"/>
              </a:rPr>
              <a:t>What are the main differences between those languages?</a:t>
            </a:r>
          </a:p>
          <a:p>
            <a:pPr marL="0" indent="0">
              <a:buNone/>
            </a:pPr>
            <a:r>
              <a:rPr lang="en" sz="1200" b="0" i="1">
                <a:solidFill>
                  <a:schemeClr val="lt2"/>
                </a:solidFill>
                <a:latin typeface="Roboto"/>
              </a:rPr>
              <a:t>Open floor — shout them out.</a:t>
            </a:r>
          </a:p>
        </p:txBody>
      </p:sp>
      <p:sp>
        <p:nvSpPr>
          <p:cNvPr id="60" name="R60"/>
          <p:cNvSpPr/>
          <p:nvPr/>
        </p:nvSpPr>
        <p:spPr>
          <a:xfrm>
            <a:off x="311700" y="4320000"/>
            <a:ext cx="8520600" cy="300000"/>
          </a:xfrm>
          <a:prstGeom prst="roundRect">
            <a:avLst>
              <a:gd name="adj" fmla="val 20000"/>
            </a:avLst>
          </a:prstGeom>
          <a:solidFill>
            <a:schemeClr val="accent2">
              <a:alpha val="10000"/>
            </a:schemeClr>
          </a:solidFill>
          <a:ln>
            <a:noFill/>
          </a:ln>
        </p:spPr>
        <p:txBody>
          <a:bodyPr/>
          <a:lstStyle/>
          <a:p>
            <a:endParaRPr/>
          </a:p>
        </p:txBody>
      </p:sp>
      <p:sp>
        <p:nvSpPr>
          <p:cNvPr id="61" name="Take"/>
          <p:cNvSpPr txBox="1"/>
          <p:nvPr/>
        </p:nvSpPr>
        <p:spPr>
          <a:xfrm>
            <a:off x="311700" y="4320000"/>
            <a:ext cx="8520600" cy="300000"/>
          </a:xfrm>
          <a:prstGeom prst="roundRect">
            <a:avLst>
              <a:gd name="adj" fmla="val 20000"/>
            </a:avLst>
          </a:prstGeom>
          <a:noFill/>
        </p:spPr>
        <p:txBody>
          <a:bodyPr wrap="square" lIns="137160" tIns="0" rIns="137160" bIns="0" anchor="ctr">
            <a:noAutofit/>
          </a:bodyPr>
          <a:lstStyle/>
          <a:p>
            <a:pPr marL="0" indent="0" algn="ctr">
              <a:buNone/>
            </a:pPr>
            <a:r>
              <a:rPr lang="en" sz="1200" b="1">
                <a:solidFill>
                  <a:schemeClr val="accent2"/>
                </a:solidFill>
                <a:latin typeface="Roboto"/>
              </a:rPr>
              <a:t>Hold that thought — </a:t>
            </a:r>
            <a:r>
              <a:rPr lang="en" sz="1200" b="0">
                <a:solidFill>
                  <a:schemeClr val="dk2"/>
                </a:solidFill>
                <a:latin typeface="Roboto"/>
              </a:rPr>
              <a:t>we’ll build on it as we dig into classes.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Java's Two Kinds of Types</a:t>
            </a:r>
          </a:p>
        </p:txBody>
      </p:sp>
      <p:sp>
        <p:nvSpPr>
          <p:cNvPr id="20"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a:solidFill>
                  <a:schemeClr val="lt2"/>
                </a:solidFill>
                <a:latin typeface="Roboto"/>
              </a:rPr>
              <a:t>Every value in Java is either a primitive or a reference — the difference shapes how it is stored and compared.</a:t>
            </a:r>
          </a:p>
        </p:txBody>
      </p:sp>
      <p:sp>
        <p:nvSpPr>
          <p:cNvPr id="100" name="CardLeft"/>
          <p:cNvSpPr/>
          <p:nvPr/>
        </p:nvSpPr>
        <p:spPr>
          <a:xfrm>
            <a:off x="311700" y="1470000"/>
            <a:ext cx="4140000" cy="2620000"/>
          </a:xfrm>
          <a:prstGeom prst="roundRect">
            <a:avLst>
              <a:gd name="adj" fmla="val 5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101" name="LeftHeaderBar"/>
          <p:cNvSpPr/>
          <p:nvPr/>
        </p:nvSpPr>
        <p:spPr>
          <a:xfrm>
            <a:off x="401700" y="1560000"/>
            <a:ext cx="3960000" cy="430000"/>
          </a:xfrm>
          <a:prstGeom prst="roundRect">
            <a:avLst>
              <a:gd name="adj" fmla="val 14000"/>
            </a:avLst>
          </a:prstGeom>
          <a:solidFill>
            <a:schemeClr val="accent2"/>
          </a:solidFill>
          <a:ln>
            <a:noFill/>
          </a:ln>
        </p:spPr>
        <p:txBody>
          <a:bodyPr wrap="square" lIns="0" tIns="0" rIns="0" bIns="0" anchor="ctr" anchorCtr="0">
            <a:noAutofit/>
          </a:bodyPr>
          <a:lstStyle/>
          <a:p>
            <a:pPr marL="0" indent="0" algn="ctr">
              <a:buNone/>
            </a:pPr>
            <a:r>
              <a:rPr lang="en" sz="1400" b="1">
                <a:solidFill>
                  <a:schemeClr val="lt1"/>
                </a:solidFill>
                <a:latin typeface="Consolas"/>
              </a:rPr>
              <a:t>Primitive Types</a:t>
            </a:r>
          </a:p>
        </p:txBody>
      </p:sp>
      <p:graphicFrame>
        <p:nvGraphicFramePr>
          <p:cNvPr id="110" name="PrimitiveTable"/>
          <p:cNvGraphicFramePr>
            <a:graphicFrameLocks noGrp="1"/>
          </p:cNvGraphicFramePr>
          <p:nvPr/>
        </p:nvGraphicFramePr>
        <p:xfrm>
          <a:off x="401700" y="2080000"/>
          <a:ext cx="3960000" cy="1935000"/>
        </p:xfrm>
        <a:graphic>
          <a:graphicData uri="http://schemas.openxmlformats.org/drawingml/2006/table">
            <a:tbl>
              <a:tblPr firstRow="1">
                <a:tableStyleId>{5940675A-B579-460E-94D1-54222C63F5DA}</a:tableStyleId>
              </a:tblPr>
              <a:tblGrid>
                <a:gridCol w="1140000">
                  <a:extLst>
                    <a:ext uri="{9D8B030D-6E8A-4147-A177-3AD203B41FA5}">
                      <a16:colId xmlns:a16="http://schemas.microsoft.com/office/drawing/2014/main" val="20000"/>
                    </a:ext>
                  </a:extLst>
                </a:gridCol>
                <a:gridCol w="2820000">
                  <a:extLst>
                    <a:ext uri="{9D8B030D-6E8A-4147-A177-3AD203B41FA5}">
                      <a16:colId xmlns:a16="http://schemas.microsoft.com/office/drawing/2014/main" val="20001"/>
                    </a:ext>
                  </a:extLst>
                </a:gridCol>
              </a:tblGrid>
              <a:tr h="215000">
                <a:tc>
                  <a:txBody>
                    <a:bodyPr/>
                    <a:lstStyle/>
                    <a:p>
                      <a:pPr marL="0" indent="0">
                        <a:buNone/>
                      </a:pPr>
                      <a:r>
                        <a:rPr lang="en" sz="1000" b="1">
                          <a:solidFill>
                            <a:schemeClr val="lt1"/>
                          </a:solidFill>
                          <a:latin typeface="Roboto"/>
                        </a:rPr>
                        <a:t>Type</a:t>
                      </a:r>
                    </a:p>
                  </a:txBody>
                  <a:tcPr marL="72000" marR="36000" marT="18000" marB="18000" anchor="ctr">
                    <a:solidFill>
                      <a:schemeClr val="accent2"/>
                    </a:solidFill>
                  </a:tcPr>
                </a:tc>
                <a:tc>
                  <a:txBody>
                    <a:bodyPr/>
                    <a:lstStyle/>
                    <a:p>
                      <a:pPr marL="0" indent="0">
                        <a:buNone/>
                      </a:pPr>
                      <a:r>
                        <a:rPr lang="en" sz="1000" b="1">
                          <a:solidFill>
                            <a:schemeClr val="lt1"/>
                          </a:solidFill>
                          <a:latin typeface="Roboto"/>
                        </a:rPr>
                        <a:t>Description</a:t>
                      </a:r>
                    </a:p>
                  </a:txBody>
                  <a:tcPr marL="72000" marR="36000" marT="18000" marB="18000" anchor="ctr">
                    <a:solidFill>
                      <a:schemeClr val="accent2"/>
                    </a:solidFill>
                  </a:tcPr>
                </a:tc>
                <a:extLst>
                  <a:ext uri="{0D108BD9-81ED-4DB2-BD59-A6C34878D82A}">
                    <a16:rowId xmlns:a16="http://schemas.microsoft.com/office/drawing/2014/main" val="10000"/>
                  </a:ext>
                </a:extLst>
              </a:tr>
              <a:tr h="215000">
                <a:tc>
                  <a:txBody>
                    <a:bodyPr/>
                    <a:lstStyle/>
                    <a:p>
                      <a:pPr marL="0" indent="0">
                        <a:buNone/>
                      </a:pPr>
                      <a:r>
                        <a:rPr lang="en" sz="1000" b="1">
                          <a:solidFill>
                            <a:schemeClr val="dk1"/>
                          </a:solidFill>
                          <a:latin typeface="Consolas"/>
                        </a:rPr>
                        <a:t>boolean</a:t>
                      </a:r>
                    </a:p>
                  </a:txBody>
                  <a:tcPr marL="72000" marR="36000" marT="12000" marB="12000" anchor="ctr">
                    <a:noFill/>
                  </a:tcPr>
                </a:tc>
                <a:tc>
                  <a:txBody>
                    <a:bodyPr/>
                    <a:lstStyle/>
                    <a:p>
                      <a:pPr marL="0" indent="0">
                        <a:buNone/>
                      </a:pPr>
                      <a:r>
                        <a:rPr lang="en" sz="1000">
                          <a:solidFill>
                            <a:schemeClr val="dk2"/>
                          </a:solidFill>
                          <a:latin typeface="Roboto"/>
                        </a:rPr>
                        <a:t>true or false (1 bit)</a:t>
                      </a:r>
                    </a:p>
                  </a:txBody>
                  <a:tcPr marL="72000" marR="36000" marT="12000" marB="12000" anchor="ctr">
                    <a:noFill/>
                  </a:tcPr>
                </a:tc>
                <a:extLst>
                  <a:ext uri="{0D108BD9-81ED-4DB2-BD59-A6C34878D82A}">
                    <a16:rowId xmlns:a16="http://schemas.microsoft.com/office/drawing/2014/main" val="10001"/>
                  </a:ext>
                </a:extLst>
              </a:tr>
              <a:tr h="215000">
                <a:tc>
                  <a:txBody>
                    <a:bodyPr/>
                    <a:lstStyle/>
                    <a:p>
                      <a:pPr marL="0" indent="0">
                        <a:buNone/>
                      </a:pPr>
                      <a:r>
                        <a:rPr lang="en" sz="1000" b="1">
                          <a:solidFill>
                            <a:schemeClr val="dk1"/>
                          </a:solidFill>
                          <a:latin typeface="Consolas"/>
                        </a:rPr>
                        <a:t>char</a:t>
                      </a:r>
                    </a:p>
                  </a:txBody>
                  <a:tcPr marL="72000" marR="36000" marT="12000" marB="12000" anchor="ctr">
                    <a:solidFill>
                      <a:schemeClr val="accent2">
                        <a:alpha val="7000"/>
                      </a:schemeClr>
                    </a:solidFill>
                  </a:tcPr>
                </a:tc>
                <a:tc>
                  <a:txBody>
                    <a:bodyPr/>
                    <a:lstStyle/>
                    <a:p>
                      <a:pPr marL="0" indent="0">
                        <a:buNone/>
                      </a:pPr>
                      <a:r>
                        <a:rPr lang="en" sz="1000">
                          <a:solidFill>
                            <a:schemeClr val="dk2"/>
                          </a:solidFill>
                          <a:latin typeface="Roboto"/>
                        </a:rPr>
                        <a:t>single character, 16-bit Unicode</a:t>
                      </a:r>
                    </a:p>
                  </a:txBody>
                  <a:tcPr marL="72000" marR="36000" marT="12000" marB="12000" anchor="ctr">
                    <a:solidFill>
                      <a:schemeClr val="accent2">
                        <a:alpha val="7000"/>
                      </a:schemeClr>
                    </a:solidFill>
                  </a:tcPr>
                </a:tc>
                <a:extLst>
                  <a:ext uri="{0D108BD9-81ED-4DB2-BD59-A6C34878D82A}">
                    <a16:rowId xmlns:a16="http://schemas.microsoft.com/office/drawing/2014/main" val="10002"/>
                  </a:ext>
                </a:extLst>
              </a:tr>
              <a:tr h="215000">
                <a:tc>
                  <a:txBody>
                    <a:bodyPr/>
                    <a:lstStyle/>
                    <a:p>
                      <a:pPr marL="0" indent="0">
                        <a:buNone/>
                      </a:pPr>
                      <a:r>
                        <a:rPr lang="en" sz="1000" b="1">
                          <a:solidFill>
                            <a:schemeClr val="dk1"/>
                          </a:solidFill>
                          <a:latin typeface="Consolas"/>
                        </a:rPr>
                        <a:t>byte</a:t>
                      </a:r>
                    </a:p>
                  </a:txBody>
                  <a:tcPr marL="72000" marR="36000" marT="12000" marB="12000" anchor="ctr">
                    <a:noFill/>
                  </a:tcPr>
                </a:tc>
                <a:tc>
                  <a:txBody>
                    <a:bodyPr/>
                    <a:lstStyle/>
                    <a:p>
                      <a:pPr marL="0" indent="0">
                        <a:buNone/>
                      </a:pPr>
                      <a:r>
                        <a:rPr lang="en" sz="1000">
                          <a:solidFill>
                            <a:schemeClr val="dk2"/>
                          </a:solidFill>
                          <a:latin typeface="Roboto"/>
                        </a:rPr>
                        <a:t>integer, 8-bit (-128 to 127)</a:t>
                      </a:r>
                    </a:p>
                  </a:txBody>
                  <a:tcPr marL="72000" marR="36000" marT="12000" marB="12000" anchor="ctr">
                    <a:noFill/>
                  </a:tcPr>
                </a:tc>
                <a:extLst>
                  <a:ext uri="{0D108BD9-81ED-4DB2-BD59-A6C34878D82A}">
                    <a16:rowId xmlns:a16="http://schemas.microsoft.com/office/drawing/2014/main" val="10003"/>
                  </a:ext>
                </a:extLst>
              </a:tr>
              <a:tr h="215000">
                <a:tc>
                  <a:txBody>
                    <a:bodyPr/>
                    <a:lstStyle/>
                    <a:p>
                      <a:pPr marL="0" indent="0">
                        <a:buNone/>
                      </a:pPr>
                      <a:r>
                        <a:rPr lang="en" sz="1000" b="1">
                          <a:solidFill>
                            <a:schemeClr val="dk1"/>
                          </a:solidFill>
                          <a:latin typeface="Consolas"/>
                        </a:rPr>
                        <a:t>short</a:t>
                      </a:r>
                    </a:p>
                  </a:txBody>
                  <a:tcPr marL="72000" marR="36000" marT="12000" marB="12000" anchor="ctr">
                    <a:solidFill>
                      <a:schemeClr val="accent2">
                        <a:alpha val="7000"/>
                      </a:schemeClr>
                    </a:solidFill>
                  </a:tcPr>
                </a:tc>
                <a:tc>
                  <a:txBody>
                    <a:bodyPr/>
                    <a:lstStyle/>
                    <a:p>
                      <a:pPr marL="0" indent="0">
                        <a:buNone/>
                      </a:pPr>
                      <a:r>
                        <a:rPr lang="en" sz="1000">
                          <a:solidFill>
                            <a:schemeClr val="dk2"/>
                          </a:solidFill>
                          <a:latin typeface="Roboto"/>
                        </a:rPr>
                        <a:t>integer, 16-bit</a:t>
                      </a:r>
                    </a:p>
                  </a:txBody>
                  <a:tcPr marL="72000" marR="36000" marT="12000" marB="12000" anchor="ctr">
                    <a:solidFill>
                      <a:schemeClr val="accent2">
                        <a:alpha val="7000"/>
                      </a:schemeClr>
                    </a:solidFill>
                  </a:tcPr>
                </a:tc>
                <a:extLst>
                  <a:ext uri="{0D108BD9-81ED-4DB2-BD59-A6C34878D82A}">
                    <a16:rowId xmlns:a16="http://schemas.microsoft.com/office/drawing/2014/main" val="10004"/>
                  </a:ext>
                </a:extLst>
              </a:tr>
              <a:tr h="215000">
                <a:tc>
                  <a:txBody>
                    <a:bodyPr/>
                    <a:lstStyle/>
                    <a:p>
                      <a:pPr marL="0" indent="0">
                        <a:buNone/>
                      </a:pPr>
                      <a:r>
                        <a:rPr lang="en" sz="1000" b="1">
                          <a:solidFill>
                            <a:schemeClr val="dk1"/>
                          </a:solidFill>
                          <a:latin typeface="Consolas"/>
                        </a:rPr>
                        <a:t>int</a:t>
                      </a:r>
                    </a:p>
                  </a:txBody>
                  <a:tcPr marL="72000" marR="36000" marT="12000" marB="12000" anchor="ctr">
                    <a:noFill/>
                  </a:tcPr>
                </a:tc>
                <a:tc>
                  <a:txBody>
                    <a:bodyPr/>
                    <a:lstStyle/>
                    <a:p>
                      <a:pPr marL="0" indent="0">
                        <a:buNone/>
                      </a:pPr>
                      <a:r>
                        <a:rPr lang="en" sz="1000">
                          <a:solidFill>
                            <a:schemeClr val="dk2"/>
                          </a:solidFill>
                          <a:latin typeface="Roboto"/>
                        </a:rPr>
                        <a:t>integer, 32-bit </a:t>
                      </a:r>
                      <a:r>
                        <a:rPr lang="en" sz="1000" b="1">
                          <a:solidFill>
                            <a:schemeClr val="accent2"/>
                          </a:solidFill>
                          <a:latin typeface="Roboto"/>
                        </a:rPr>
                        <a:t>(most common)</a:t>
                      </a:r>
                    </a:p>
                  </a:txBody>
                  <a:tcPr marL="72000" marR="36000" marT="12000" marB="12000" anchor="ctr">
                    <a:noFill/>
                  </a:tcPr>
                </a:tc>
                <a:extLst>
                  <a:ext uri="{0D108BD9-81ED-4DB2-BD59-A6C34878D82A}">
                    <a16:rowId xmlns:a16="http://schemas.microsoft.com/office/drawing/2014/main" val="10005"/>
                  </a:ext>
                </a:extLst>
              </a:tr>
              <a:tr h="215000">
                <a:tc>
                  <a:txBody>
                    <a:bodyPr/>
                    <a:lstStyle/>
                    <a:p>
                      <a:pPr marL="0" indent="0">
                        <a:buNone/>
                      </a:pPr>
                      <a:r>
                        <a:rPr lang="en" sz="1000" b="1">
                          <a:solidFill>
                            <a:schemeClr val="dk1"/>
                          </a:solidFill>
                          <a:latin typeface="Consolas"/>
                        </a:rPr>
                        <a:t>long</a:t>
                      </a:r>
                    </a:p>
                  </a:txBody>
                  <a:tcPr marL="72000" marR="36000" marT="12000" marB="12000" anchor="ctr">
                    <a:noFill/>
                  </a:tcPr>
                </a:tc>
                <a:tc>
                  <a:txBody>
                    <a:bodyPr/>
                    <a:lstStyle/>
                    <a:p>
                      <a:pPr marL="0" indent="0">
                        <a:buNone/>
                      </a:pPr>
                      <a:r>
                        <a:rPr lang="en" sz="1000">
                          <a:solidFill>
                            <a:schemeClr val="dk2"/>
                          </a:solidFill>
                          <a:latin typeface="Roboto"/>
                        </a:rPr>
                        <a:t>integer, 64-bit</a:t>
                      </a:r>
                    </a:p>
                  </a:txBody>
                  <a:tcPr marL="72000" marR="36000" marT="12000" marB="12000" anchor="ctr">
                    <a:noFill/>
                  </a:tcPr>
                </a:tc>
                <a:extLst>
                  <a:ext uri="{0D108BD9-81ED-4DB2-BD59-A6C34878D82A}">
                    <a16:rowId xmlns:a16="http://schemas.microsoft.com/office/drawing/2014/main" val="10006"/>
                  </a:ext>
                </a:extLst>
              </a:tr>
              <a:tr h="215000">
                <a:tc>
                  <a:txBody>
                    <a:bodyPr/>
                    <a:lstStyle/>
                    <a:p>
                      <a:pPr marL="0" indent="0">
                        <a:buNone/>
                      </a:pPr>
                      <a:r>
                        <a:rPr lang="en" sz="1000" b="1">
                          <a:solidFill>
                            <a:schemeClr val="dk1"/>
                          </a:solidFill>
                          <a:latin typeface="Consolas"/>
                        </a:rPr>
                        <a:t>float</a:t>
                      </a:r>
                    </a:p>
                  </a:txBody>
                  <a:tcPr marL="72000" marR="36000" marT="12000" marB="12000" anchor="ctr">
                    <a:solidFill>
                      <a:schemeClr val="accent2">
                        <a:alpha val="7000"/>
                      </a:schemeClr>
                    </a:solidFill>
                  </a:tcPr>
                </a:tc>
                <a:tc>
                  <a:txBody>
                    <a:bodyPr/>
                    <a:lstStyle/>
                    <a:p>
                      <a:pPr marL="0" indent="0">
                        <a:buNone/>
                      </a:pPr>
                      <a:r>
                        <a:rPr lang="en" sz="1000">
                          <a:solidFill>
                            <a:schemeClr val="dk2"/>
                          </a:solidFill>
                          <a:latin typeface="Roboto"/>
                        </a:rPr>
                        <a:t>decimal, 32-bit</a:t>
                      </a:r>
                    </a:p>
                  </a:txBody>
                  <a:tcPr marL="72000" marR="36000" marT="12000" marB="12000" anchor="ctr">
                    <a:solidFill>
                      <a:schemeClr val="accent2">
                        <a:alpha val="7000"/>
                      </a:schemeClr>
                    </a:solidFill>
                  </a:tcPr>
                </a:tc>
                <a:extLst>
                  <a:ext uri="{0D108BD9-81ED-4DB2-BD59-A6C34878D82A}">
                    <a16:rowId xmlns:a16="http://schemas.microsoft.com/office/drawing/2014/main" val="10007"/>
                  </a:ext>
                </a:extLst>
              </a:tr>
              <a:tr h="215000">
                <a:tc>
                  <a:txBody>
                    <a:bodyPr/>
                    <a:lstStyle/>
                    <a:p>
                      <a:pPr marL="0" indent="0">
                        <a:buNone/>
                      </a:pPr>
                      <a:r>
                        <a:rPr lang="en" sz="1000" b="1">
                          <a:solidFill>
                            <a:schemeClr val="dk1"/>
                          </a:solidFill>
                          <a:latin typeface="Consolas"/>
                        </a:rPr>
                        <a:t>double</a:t>
                      </a:r>
                    </a:p>
                  </a:txBody>
                  <a:tcPr marL="72000" marR="36000" marT="12000" marB="12000" anchor="ctr">
                    <a:noFill/>
                  </a:tcPr>
                </a:tc>
                <a:tc>
                  <a:txBody>
                    <a:bodyPr/>
                    <a:lstStyle/>
                    <a:p>
                      <a:pPr marL="0" indent="0">
                        <a:buNone/>
                      </a:pPr>
                      <a:r>
                        <a:rPr lang="en" sz="1000">
                          <a:solidFill>
                            <a:schemeClr val="dk2"/>
                          </a:solidFill>
                          <a:latin typeface="Roboto"/>
                        </a:rPr>
                        <a:t>decimal, 64-bit </a:t>
                      </a:r>
                      <a:r>
                        <a:rPr lang="en" sz="1000" b="1">
                          <a:solidFill>
                            <a:schemeClr val="accent2"/>
                          </a:solidFill>
                          <a:latin typeface="Roboto"/>
                        </a:rPr>
                        <a:t>(most common)</a:t>
                      </a:r>
                    </a:p>
                  </a:txBody>
                  <a:tcPr marL="72000" marR="36000" marT="12000" marB="12000" anchor="ctr">
                    <a:noFill/>
                  </a:tcPr>
                </a:tc>
                <a:extLst>
                  <a:ext uri="{0D108BD9-81ED-4DB2-BD59-A6C34878D82A}">
                    <a16:rowId xmlns:a16="http://schemas.microsoft.com/office/drawing/2014/main" val="10008"/>
                  </a:ext>
                </a:extLst>
              </a:tr>
            </a:tbl>
          </a:graphicData>
        </a:graphic>
      </p:graphicFrame>
      <p:sp>
        <p:nvSpPr>
          <p:cNvPr id="200" name="CardRight"/>
          <p:cNvSpPr/>
          <p:nvPr/>
        </p:nvSpPr>
        <p:spPr>
          <a:xfrm>
            <a:off x="4691700" y="1470000"/>
            <a:ext cx="4140600" cy="2620000"/>
          </a:xfrm>
          <a:prstGeom prst="roundRect">
            <a:avLst>
              <a:gd name="adj" fmla="val 5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201" name="RightHeaderBar"/>
          <p:cNvSpPr/>
          <p:nvPr/>
        </p:nvSpPr>
        <p:spPr>
          <a:xfrm>
            <a:off x="4781700" y="1560000"/>
            <a:ext cx="3960600" cy="430000"/>
          </a:xfrm>
          <a:prstGeom prst="roundRect">
            <a:avLst>
              <a:gd name="adj" fmla="val 14000"/>
            </a:avLst>
          </a:prstGeom>
          <a:solidFill>
            <a:srgbClr val="7C3AED"/>
          </a:solidFill>
          <a:ln>
            <a:noFill/>
          </a:ln>
        </p:spPr>
        <p:txBody>
          <a:bodyPr wrap="square" lIns="0" tIns="0" rIns="0" bIns="0" anchor="ctr" anchorCtr="0">
            <a:noAutofit/>
          </a:bodyPr>
          <a:lstStyle/>
          <a:p>
            <a:pPr marL="0" indent="0" algn="ctr">
              <a:buNone/>
            </a:pPr>
            <a:r>
              <a:rPr lang="en" sz="1400" b="1">
                <a:solidFill>
                  <a:schemeClr val="lt1"/>
                </a:solidFill>
                <a:latin typeface="Consolas"/>
              </a:rPr>
              <a:t>Reference Types</a:t>
            </a:r>
          </a:p>
        </p:txBody>
      </p:sp>
      <p:sp>
        <p:nvSpPr>
          <p:cNvPr id="202" name="RightChip"/>
          <p:cNvSpPr/>
          <p:nvPr/>
        </p:nvSpPr>
        <p:spPr>
          <a:xfrm>
            <a:off x="4781700" y="2110000"/>
            <a:ext cx="3960600" cy="360000"/>
          </a:xfrm>
          <a:prstGeom prst="roundRect">
            <a:avLst>
              <a:gd name="adj" fmla="val 16000"/>
            </a:avLst>
          </a:prstGeom>
          <a:solidFill>
            <a:srgbClr val="7C3AED">
              <a:alpha val="12000"/>
            </a:srgbClr>
          </a:solidFill>
          <a:ln>
            <a:noFill/>
          </a:ln>
        </p:spPr>
        <p:txBody>
          <a:bodyPr wrap="square" lIns="120000" tIns="0" rIns="0" bIns="0" anchor="ctr" anchorCtr="0">
            <a:noAutofit/>
          </a:bodyPr>
          <a:lstStyle/>
          <a:p>
            <a:pPr marL="0" indent="0" algn="l">
              <a:buNone/>
            </a:pPr>
            <a:r>
              <a:rPr lang="en" sz="1200" b="1">
                <a:solidFill>
                  <a:schemeClr val="dk1"/>
                </a:solidFill>
                <a:latin typeface="Consolas"/>
              </a:rPr>
              <a:t>Dog d = new Dog();</a:t>
            </a:r>
          </a:p>
        </p:txBody>
      </p:sp>
      <p:sp>
        <p:nvSpPr>
          <p:cNvPr id="203" name="RightBullets"/>
          <p:cNvSpPr txBox="1"/>
          <p:nvPr/>
        </p:nvSpPr>
        <p:spPr>
          <a:xfrm>
            <a:off x="4781700" y="2600000"/>
            <a:ext cx="3960600" cy="1420000"/>
          </a:xfrm>
          <a:prstGeom prst="rect">
            <a:avLst/>
          </a:prstGeom>
          <a:noFill/>
        </p:spPr>
        <p:txBody>
          <a:bodyPr wrap="square" lIns="0" tIns="0" rIns="0" bIns="0" anchor="t">
            <a:noAutofit/>
          </a:bodyPr>
          <a:lstStyle/>
          <a:p>
            <a:pPr marL="228600" indent="-228600">
              <a:spcAft>
                <a:spcPts val="800"/>
              </a:spcAft>
              <a:buNone/>
            </a:pPr>
            <a:r>
              <a:rPr lang="en" sz="1200" b="1">
                <a:solidFill>
                  <a:srgbClr val="7C3AED"/>
                </a:solidFill>
                <a:latin typeface="Roboto"/>
              </a:rPr>
              <a:t>·	</a:t>
            </a:r>
            <a:r>
              <a:rPr lang="en" sz="1200" b="0">
                <a:solidFill>
                  <a:schemeClr val="dk2"/>
                </a:solidFill>
                <a:latin typeface="Roboto"/>
              </a:rPr>
              <a:t>Store a memory address, not a value directly</a:t>
            </a:r>
          </a:p>
          <a:p>
            <a:pPr marL="228600" indent="-228600">
              <a:spcAft>
                <a:spcPts val="800"/>
              </a:spcAft>
              <a:buNone/>
            </a:pPr>
            <a:r>
              <a:rPr lang="en" sz="1200" b="1">
                <a:solidFill>
                  <a:srgbClr val="7C3AED"/>
                </a:solidFill>
                <a:latin typeface="Roboto"/>
              </a:rPr>
              <a:t>·	</a:t>
            </a:r>
            <a:r>
              <a:rPr lang="en" sz="1200" b="0">
                <a:solidFill>
                  <a:schemeClr val="dk2"/>
                </a:solidFill>
                <a:latin typeface="Roboto"/>
              </a:rPr>
              <a:t>Examples: String, Dog, Circle, any class you define</a:t>
            </a:r>
          </a:p>
          <a:p>
            <a:pPr marL="228600" indent="-228600">
              <a:spcAft>
                <a:spcPts val="800"/>
              </a:spcAft>
              <a:buNone/>
            </a:pPr>
            <a:r>
              <a:rPr lang="en" sz="1200" b="1">
                <a:solidFill>
                  <a:srgbClr val="7C3AED"/>
                </a:solidFill>
                <a:latin typeface="Roboto"/>
              </a:rPr>
              <a:t>·	</a:t>
            </a:r>
            <a:r>
              <a:rPr lang="en" sz="1200" b="0">
                <a:solidFill>
                  <a:schemeClr val="dk2"/>
                </a:solidFill>
                <a:latin typeface="Roboto"/>
              </a:rPr>
              <a:t>Default value when uninitialized: </a:t>
            </a:r>
            <a:r>
              <a:rPr lang="en" sz="1200" b="1">
                <a:solidFill>
                  <a:schemeClr val="dk1"/>
                </a:solidFill>
                <a:latin typeface="Consolas"/>
              </a:rPr>
              <a:t>null</a:t>
            </a:r>
          </a:p>
          <a:p>
            <a:pPr marL="228600" indent="-228600">
              <a:spcAft>
                <a:spcPts val="800"/>
              </a:spcAft>
              <a:buNone/>
            </a:pPr>
            <a:r>
              <a:rPr lang="en" sz="1200" b="1">
                <a:solidFill>
                  <a:srgbClr val="7C3AED"/>
                </a:solidFill>
                <a:latin typeface="Roboto"/>
              </a:rPr>
              <a:t>·	</a:t>
            </a:r>
            <a:r>
              <a:rPr lang="en" sz="1200" b="0">
                <a:solidFill>
                  <a:schemeClr val="dk2"/>
                </a:solidFill>
                <a:latin typeface="Roboto"/>
              </a:rPr>
              <a:t>Passed by reference, not by value</a:t>
            </a:r>
          </a:p>
        </p:txBody>
      </p:sp>
      <p:sp>
        <p:nvSpPr>
          <p:cNvPr id="90" name="CalloutBox"/>
          <p:cNvSpPr/>
          <p:nvPr/>
        </p:nvSpPr>
        <p:spPr>
          <a:xfrm>
            <a:off x="311700" y="4210000"/>
            <a:ext cx="8520600" cy="470000"/>
          </a:xfrm>
          <a:prstGeom prst="roundRect">
            <a:avLst>
              <a:gd name="adj" fmla="val 16000"/>
            </a:avLst>
          </a:prstGeom>
          <a:solidFill>
            <a:schemeClr val="accent2">
              <a:alpha val="10000"/>
            </a:schemeClr>
          </a:solidFill>
          <a:ln w="9525">
            <a:solidFill>
              <a:schemeClr val="accent2">
                <a:alpha val="30000"/>
              </a:schemeClr>
            </a:solidFill>
          </a:ln>
        </p:spPr>
        <p:txBody>
          <a:bodyPr wrap="square" lIns="182880" tIns="0" rIns="182880" bIns="0" anchor="ctr">
            <a:noAutofit/>
          </a:bodyPr>
          <a:lstStyle/>
          <a:p>
            <a:pPr marL="0" indent="0" algn="ctr">
              <a:buNone/>
            </a:pPr>
            <a:r>
              <a:rPr lang="en" sz="1150" b="1">
                <a:solidFill>
                  <a:schemeClr val="accent2"/>
                </a:solidFill>
                <a:latin typeface="Roboto"/>
              </a:rPr>
              <a:t>Rule of thumb — </a:t>
            </a:r>
            <a:r>
              <a:rPr lang="en" sz="1150" b="0">
                <a:solidFill>
                  <a:schemeClr val="dk2"/>
                </a:solidFill>
                <a:latin typeface="Roboto"/>
              </a:rPr>
              <a:t>if it starts with a lowercase letter (int, double), it is primitive. If it starts uppercase (String, Dog), it is a reference type.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42"/>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r>
              <a:rPr lang="en"/>
              <a:t>A brief re-introduction to classes</a:t>
            </a:r>
          </a:p>
        </p:txBody>
      </p:sp>
      <p:sp>
        <p:nvSpPr>
          <p:cNvPr id="220"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dirty="0">
                <a:solidFill>
                  <a:schemeClr val="lt2"/>
                </a:solidFill>
                <a:latin typeface="Roboto"/>
              </a:rPr>
              <a:t>A class is a blueprint that bundles data and behavior</a:t>
            </a:r>
            <a:r>
              <a:rPr lang="en" sz="1300">
                <a:solidFill>
                  <a:schemeClr val="lt2"/>
                </a:solidFill>
                <a:latin typeface="Roboto"/>
              </a:rPr>
              <a:t> — so we can </a:t>
            </a:r>
            <a:r>
              <a:rPr lang="en" sz="1300" dirty="0">
                <a:solidFill>
                  <a:schemeClr val="lt2"/>
                </a:solidFill>
                <a:latin typeface="Roboto"/>
              </a:rPr>
              <a:t>classify</a:t>
            </a:r>
            <a:r>
              <a:rPr lang="en" sz="1300">
                <a:solidFill>
                  <a:schemeClr val="lt2"/>
                </a:solidFill>
                <a:latin typeface="Roboto"/>
              </a:rPr>
              <a:t> and</a:t>
            </a:r>
            <a:r>
              <a:rPr lang="en" sz="1300" dirty="0">
                <a:solidFill>
                  <a:schemeClr val="lt2"/>
                </a:solidFill>
                <a:latin typeface="Roboto"/>
              </a:rPr>
              <a:t> reuse.</a:t>
            </a:r>
          </a:p>
        </p:txBody>
      </p:sp>
      <p:sp>
        <p:nvSpPr>
          <p:cNvPr id="230" name="Card230"/>
          <p:cNvSpPr/>
          <p:nvPr/>
        </p:nvSpPr>
        <p:spPr>
          <a:xfrm>
            <a:off x="311700" y="1560000"/>
            <a:ext cx="3600000" cy="2560000"/>
          </a:xfrm>
          <a:prstGeom prst="roundRect">
            <a:avLst>
              <a:gd name="adj" fmla="val 5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231" name="R231"/>
          <p:cNvSpPr/>
          <p:nvPr/>
        </p:nvSpPr>
        <p:spPr>
          <a:xfrm>
            <a:off x="401700" y="1650000"/>
            <a:ext cx="3420000" cy="440000"/>
          </a:xfrm>
          <a:prstGeom prst="roundRect">
            <a:avLst>
              <a:gd name="adj" fmla="val 14000"/>
            </a:avLst>
          </a:prstGeom>
          <a:solidFill>
            <a:schemeClr val="accent2"/>
          </a:solidFill>
          <a:ln>
            <a:noFill/>
          </a:ln>
        </p:spPr>
        <p:txBody>
          <a:bodyPr/>
          <a:lstStyle/>
          <a:p>
            <a:endParaRPr/>
          </a:p>
        </p:txBody>
      </p:sp>
      <p:sp>
        <p:nvSpPr>
          <p:cNvPr id="232" name="G232"/>
          <p:cNvSpPr txBox="1"/>
          <p:nvPr/>
        </p:nvSpPr>
        <p:spPr>
          <a:xfrm>
            <a:off x="401700" y="1650000"/>
            <a:ext cx="3420000" cy="440000"/>
          </a:xfrm>
          <a:prstGeom prst="rect">
            <a:avLst/>
          </a:prstGeom>
          <a:noFill/>
        </p:spPr>
        <p:txBody>
          <a:bodyPr wrap="square" lIns="0" tIns="0" rIns="0" bIns="0" anchor="ctr" anchorCtr="0">
            <a:noAutofit/>
          </a:bodyPr>
          <a:lstStyle/>
          <a:p>
            <a:pPr marL="0" indent="0" algn="ctr">
              <a:buNone/>
            </a:pPr>
            <a:r>
              <a:rPr lang="en" sz="1800" b="1">
                <a:solidFill>
                  <a:schemeClr val="lt1"/>
                </a:solidFill>
                <a:latin typeface="Consolas"/>
              </a:rPr>
              <a:t>Dog</a:t>
            </a:r>
          </a:p>
        </p:txBody>
      </p:sp>
      <p:sp>
        <p:nvSpPr>
          <p:cNvPr id="233" name="Eyebrow"/>
          <p:cNvSpPr txBox="1"/>
          <p:nvPr/>
        </p:nvSpPr>
        <p:spPr>
          <a:xfrm>
            <a:off x="491700" y="2220000"/>
            <a:ext cx="3240000" cy="200000"/>
          </a:xfrm>
          <a:prstGeom prst="rect">
            <a:avLst/>
          </a:prstGeom>
          <a:noFill/>
        </p:spPr>
        <p:txBody>
          <a:bodyPr wrap="square" lIns="0" tIns="0" rIns="0" bIns="0" anchor="t">
            <a:noAutofit/>
          </a:bodyPr>
          <a:lstStyle/>
          <a:p>
            <a:pPr marL="0" indent="0">
              <a:buNone/>
            </a:pPr>
            <a:r>
              <a:rPr lang="en" sz="1000" b="1" spc="180">
                <a:solidFill>
                  <a:schemeClr val="accent3"/>
                </a:solidFill>
                <a:latin typeface="Roboto"/>
              </a:rPr>
              <a:t>FIELDS  (data)</a:t>
            </a:r>
          </a:p>
        </p:txBody>
      </p:sp>
      <p:sp>
        <p:nvSpPr>
          <p:cNvPr id="234" name="L234"/>
          <p:cNvSpPr txBox="1"/>
          <p:nvPr/>
        </p:nvSpPr>
        <p:spPr>
          <a:xfrm>
            <a:off x="491700" y="2440000"/>
            <a:ext cx="3240000" cy="700000"/>
          </a:xfrm>
          <a:prstGeom prst="rect">
            <a:avLst/>
          </a:prstGeom>
          <a:noFill/>
        </p:spPr>
        <p:txBody>
          <a:bodyPr wrap="square" lIns="0" tIns="0" rIns="0" bIns="0" anchor="t">
            <a:noAutofit/>
          </a:bodyPr>
          <a:lstStyle/>
          <a:p>
            <a:pPr marL="0" indent="0">
              <a:spcAft>
                <a:spcPts val="300"/>
              </a:spcAft>
              <a:buNone/>
            </a:pPr>
            <a:r>
              <a:rPr lang="en" sz="1200" b="0">
                <a:solidFill>
                  <a:schemeClr val="dk2"/>
                </a:solidFill>
                <a:latin typeface="Consolas"/>
              </a:rPr>
              <a:t>– name : String</a:t>
            </a:r>
          </a:p>
          <a:p>
            <a:pPr marL="0" indent="0">
              <a:spcAft>
                <a:spcPts val="300"/>
              </a:spcAft>
              <a:buNone/>
            </a:pPr>
            <a:r>
              <a:rPr lang="en" sz="1200" b="0">
                <a:solidFill>
                  <a:schemeClr val="dk2"/>
                </a:solidFill>
                <a:latin typeface="Consolas"/>
              </a:rPr>
              <a:t>– breed : String</a:t>
            </a:r>
          </a:p>
          <a:p>
            <a:pPr marL="0" indent="0">
              <a:spcAft>
                <a:spcPts val="300"/>
              </a:spcAft>
              <a:buNone/>
            </a:pPr>
            <a:r>
              <a:rPr lang="en" sz="1200" b="0">
                <a:solidFill>
                  <a:schemeClr val="dk2"/>
                </a:solidFill>
                <a:latin typeface="Consolas"/>
              </a:rPr>
              <a:t>– age : int</a:t>
            </a:r>
          </a:p>
        </p:txBody>
      </p:sp>
      <p:sp>
        <p:nvSpPr>
          <p:cNvPr id="235" name="R235"/>
          <p:cNvSpPr/>
          <p:nvPr/>
        </p:nvSpPr>
        <p:spPr>
          <a:xfrm>
            <a:off x="491700" y="3180000"/>
            <a:ext cx="3240000" cy="12000"/>
          </a:xfrm>
          <a:prstGeom prst="rect">
            <a:avLst/>
          </a:prstGeom>
          <a:solidFill>
            <a:schemeClr val="lt2">
              <a:alpha val="30000"/>
            </a:schemeClr>
          </a:solidFill>
          <a:ln>
            <a:noFill/>
          </a:ln>
        </p:spPr>
        <p:txBody>
          <a:bodyPr/>
          <a:lstStyle/>
          <a:p>
            <a:endParaRPr/>
          </a:p>
        </p:txBody>
      </p:sp>
      <p:sp>
        <p:nvSpPr>
          <p:cNvPr id="236" name="Eyebrow"/>
          <p:cNvSpPr txBox="1"/>
          <p:nvPr/>
        </p:nvSpPr>
        <p:spPr>
          <a:xfrm>
            <a:off x="491700" y="3280000"/>
            <a:ext cx="3240000" cy="200000"/>
          </a:xfrm>
          <a:prstGeom prst="rect">
            <a:avLst/>
          </a:prstGeom>
          <a:noFill/>
        </p:spPr>
        <p:txBody>
          <a:bodyPr wrap="square" lIns="0" tIns="0" rIns="0" bIns="0" anchor="t">
            <a:noAutofit/>
          </a:bodyPr>
          <a:lstStyle/>
          <a:p>
            <a:pPr marL="0" indent="0">
              <a:buNone/>
            </a:pPr>
            <a:r>
              <a:rPr lang="en" sz="1000" b="1" spc="180">
                <a:solidFill>
                  <a:schemeClr val="accent2"/>
                </a:solidFill>
                <a:latin typeface="Roboto"/>
              </a:rPr>
              <a:t>METHODS  (behavior)</a:t>
            </a:r>
          </a:p>
        </p:txBody>
      </p:sp>
      <p:sp>
        <p:nvSpPr>
          <p:cNvPr id="237" name="L237"/>
          <p:cNvSpPr txBox="1"/>
          <p:nvPr/>
        </p:nvSpPr>
        <p:spPr>
          <a:xfrm>
            <a:off x="491700" y="3500000"/>
            <a:ext cx="3240000" cy="480000"/>
          </a:xfrm>
          <a:prstGeom prst="rect">
            <a:avLst/>
          </a:prstGeom>
          <a:noFill/>
        </p:spPr>
        <p:txBody>
          <a:bodyPr wrap="square" lIns="0" tIns="0" rIns="0" bIns="0" anchor="t">
            <a:noAutofit/>
          </a:bodyPr>
          <a:lstStyle/>
          <a:p>
            <a:pPr marL="0" indent="0">
              <a:spcAft>
                <a:spcPts val="300"/>
              </a:spcAft>
              <a:buNone/>
            </a:pPr>
            <a:r>
              <a:rPr lang="en" sz="1200" b="0">
                <a:solidFill>
                  <a:schemeClr val="accent2"/>
                </a:solidFill>
                <a:latin typeface="Consolas"/>
              </a:rPr>
              <a:t>+ bark() : void</a:t>
            </a:r>
          </a:p>
          <a:p>
            <a:pPr marL="0" indent="0">
              <a:spcAft>
                <a:spcPts val="300"/>
              </a:spcAft>
              <a:buNone/>
            </a:pPr>
            <a:r>
              <a:rPr lang="en" sz="1200" b="0">
                <a:solidFill>
                  <a:schemeClr val="accent2"/>
                </a:solidFill>
                <a:latin typeface="Consolas"/>
              </a:rPr>
              <a:t>+ fetch() : void</a:t>
            </a:r>
          </a:p>
        </p:txBody>
      </p:sp>
      <p:sp>
        <p:nvSpPr>
          <p:cNvPr id="238" name="G238"/>
          <p:cNvSpPr txBox="1"/>
          <p:nvPr/>
        </p:nvSpPr>
        <p:spPr>
          <a:xfrm>
            <a:off x="311700" y="4190000"/>
            <a:ext cx="3600000" cy="240000"/>
          </a:xfrm>
          <a:prstGeom prst="rect">
            <a:avLst/>
          </a:prstGeom>
          <a:noFill/>
        </p:spPr>
        <p:txBody>
          <a:bodyPr wrap="square" lIns="0" tIns="0" rIns="0" bIns="0" anchor="t" anchorCtr="0">
            <a:noAutofit/>
          </a:bodyPr>
          <a:lstStyle/>
          <a:p>
            <a:pPr marL="0" indent="0" algn="ctr">
              <a:buNone/>
            </a:pPr>
            <a:r>
              <a:rPr lang="en" sz="1000" b="0">
                <a:solidFill>
                  <a:schemeClr val="lt2"/>
                </a:solidFill>
                <a:latin typeface="Roboto"/>
              </a:rPr>
              <a:t>A class: name · fields · methods</a:t>
            </a:r>
          </a:p>
        </p:txBody>
      </p:sp>
      <p:sp>
        <p:nvSpPr>
          <p:cNvPr id="240" name="Eyebrow"/>
          <p:cNvSpPr txBox="1"/>
          <p:nvPr/>
        </p:nvSpPr>
        <p:spPr>
          <a:xfrm>
            <a:off x="4110000" y="1560000"/>
            <a:ext cx="4722300" cy="200000"/>
          </a:xfrm>
          <a:prstGeom prst="rect">
            <a:avLst/>
          </a:prstGeom>
          <a:noFill/>
        </p:spPr>
        <p:txBody>
          <a:bodyPr wrap="square" lIns="0" tIns="0" rIns="0" bIns="0" anchor="t">
            <a:noAutofit/>
          </a:bodyPr>
          <a:lstStyle/>
          <a:p>
            <a:pPr marL="0" indent="0">
              <a:buNone/>
            </a:pPr>
            <a:r>
              <a:rPr lang="en" sz="1000" b="1" spc="180">
                <a:solidFill>
                  <a:schemeClr val="accent2"/>
                </a:solidFill>
                <a:latin typeface="Roboto"/>
              </a:rPr>
              <a:t>WHY CLASSES?</a:t>
            </a:r>
          </a:p>
        </p:txBody>
      </p:sp>
      <p:sp>
        <p:nvSpPr>
          <p:cNvPr id="250" name="Card250"/>
          <p:cNvSpPr/>
          <p:nvPr/>
        </p:nvSpPr>
        <p:spPr>
          <a:xfrm>
            <a:off x="4110000" y="1810000"/>
            <a:ext cx="4722300" cy="56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251" name="E251"/>
          <p:cNvSpPr/>
          <p:nvPr/>
        </p:nvSpPr>
        <p:spPr>
          <a:xfrm>
            <a:off x="4260000" y="1930000"/>
            <a:ext cx="320000" cy="320000"/>
          </a:xfrm>
          <a:prstGeom prst="ellipse">
            <a:avLst/>
          </a:prstGeom>
          <a:solidFill>
            <a:schemeClr val="accent2"/>
          </a:solidFill>
          <a:ln>
            <a:noFill/>
          </a:ln>
        </p:spPr>
        <p:txBody>
          <a:bodyPr/>
          <a:lstStyle/>
          <a:p>
            <a:endParaRPr/>
          </a:p>
        </p:txBody>
      </p:sp>
      <p:sp>
        <p:nvSpPr>
          <p:cNvPr id="252" name="G252"/>
          <p:cNvSpPr txBox="1"/>
          <p:nvPr/>
        </p:nvSpPr>
        <p:spPr>
          <a:xfrm>
            <a:off x="4260000" y="1926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1</a:t>
            </a:r>
          </a:p>
        </p:txBody>
      </p:sp>
      <p:sp>
        <p:nvSpPr>
          <p:cNvPr id="253" name="B253"/>
          <p:cNvSpPr txBox="1"/>
          <p:nvPr/>
        </p:nvSpPr>
        <p:spPr>
          <a:xfrm>
            <a:off x="4730000" y="1810000"/>
            <a:ext cx="3982300" cy="560000"/>
          </a:xfrm>
          <a:prstGeom prst="rect">
            <a:avLst/>
          </a:prstGeom>
          <a:noFill/>
        </p:spPr>
        <p:txBody>
          <a:bodyPr wrap="square" lIns="0" tIns="0" rIns="0" bIns="0" anchor="ctr">
            <a:noAutofit/>
          </a:bodyPr>
          <a:lstStyle/>
          <a:p>
            <a:pPr marL="0" indent="0">
              <a:spcAft>
                <a:spcPts val="200"/>
              </a:spcAft>
              <a:buNone/>
            </a:pPr>
            <a:r>
              <a:rPr lang="en" sz="1350" b="1">
                <a:solidFill>
                  <a:schemeClr val="dk2"/>
                </a:solidFill>
                <a:latin typeface="Roboto"/>
              </a:rPr>
              <a:t>Classify like objects</a:t>
            </a:r>
          </a:p>
          <a:p>
            <a:pPr marL="0" indent="0">
              <a:buNone/>
            </a:pPr>
            <a:r>
              <a:rPr lang="en" sz="1050" b="0">
                <a:solidFill>
                  <a:schemeClr val="lt2"/>
                </a:solidFill>
                <a:latin typeface="Roboto"/>
              </a:rPr>
              <a:t>Group similar things under one shared type.</a:t>
            </a:r>
          </a:p>
        </p:txBody>
      </p:sp>
      <p:sp>
        <p:nvSpPr>
          <p:cNvPr id="260" name="Card260"/>
          <p:cNvSpPr/>
          <p:nvPr/>
        </p:nvSpPr>
        <p:spPr>
          <a:xfrm>
            <a:off x="4110000" y="2430000"/>
            <a:ext cx="4722300" cy="56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261" name="E261"/>
          <p:cNvSpPr/>
          <p:nvPr/>
        </p:nvSpPr>
        <p:spPr>
          <a:xfrm>
            <a:off x="4260000" y="2550000"/>
            <a:ext cx="320000" cy="320000"/>
          </a:xfrm>
          <a:prstGeom prst="ellipse">
            <a:avLst/>
          </a:prstGeom>
          <a:solidFill>
            <a:schemeClr val="accent3"/>
          </a:solidFill>
          <a:ln>
            <a:noFill/>
          </a:ln>
        </p:spPr>
        <p:txBody>
          <a:bodyPr/>
          <a:lstStyle/>
          <a:p>
            <a:endParaRPr/>
          </a:p>
        </p:txBody>
      </p:sp>
      <p:sp>
        <p:nvSpPr>
          <p:cNvPr id="262" name="G262"/>
          <p:cNvSpPr txBox="1"/>
          <p:nvPr/>
        </p:nvSpPr>
        <p:spPr>
          <a:xfrm>
            <a:off x="4260000" y="2546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2</a:t>
            </a:r>
          </a:p>
        </p:txBody>
      </p:sp>
      <p:sp>
        <p:nvSpPr>
          <p:cNvPr id="263" name="B263"/>
          <p:cNvSpPr txBox="1"/>
          <p:nvPr/>
        </p:nvSpPr>
        <p:spPr>
          <a:xfrm>
            <a:off x="4730000" y="2430000"/>
            <a:ext cx="3982300" cy="560000"/>
          </a:xfrm>
          <a:prstGeom prst="rect">
            <a:avLst/>
          </a:prstGeom>
          <a:noFill/>
        </p:spPr>
        <p:txBody>
          <a:bodyPr wrap="square" lIns="0" tIns="0" rIns="0" bIns="0" anchor="ctr">
            <a:noAutofit/>
          </a:bodyPr>
          <a:lstStyle/>
          <a:p>
            <a:pPr marL="0" indent="0">
              <a:spcAft>
                <a:spcPts val="200"/>
              </a:spcAft>
              <a:buNone/>
            </a:pPr>
            <a:r>
              <a:rPr lang="en" sz="1350" b="1">
                <a:solidFill>
                  <a:schemeClr val="dk2"/>
                </a:solidFill>
                <a:latin typeface="Roboto"/>
              </a:rPr>
              <a:t>Write behavior once</a:t>
            </a:r>
          </a:p>
          <a:p>
            <a:pPr marL="0" indent="0">
              <a:buNone/>
            </a:pPr>
            <a:r>
              <a:rPr lang="en" sz="1050" b="0">
                <a:solidFill>
                  <a:schemeClr val="lt2"/>
                </a:solidFill>
                <a:latin typeface="Roboto"/>
              </a:rPr>
              <a:t>Methods operate over any object of the class.</a:t>
            </a:r>
          </a:p>
        </p:txBody>
      </p:sp>
      <p:sp>
        <p:nvSpPr>
          <p:cNvPr id="270" name="Card270"/>
          <p:cNvSpPr/>
          <p:nvPr/>
        </p:nvSpPr>
        <p:spPr>
          <a:xfrm>
            <a:off x="4110000" y="3050000"/>
            <a:ext cx="4722300" cy="56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271" name="E271"/>
          <p:cNvSpPr/>
          <p:nvPr/>
        </p:nvSpPr>
        <p:spPr>
          <a:xfrm>
            <a:off x="4260000" y="3170000"/>
            <a:ext cx="320000" cy="320000"/>
          </a:xfrm>
          <a:prstGeom prst="ellipse">
            <a:avLst/>
          </a:prstGeom>
          <a:solidFill>
            <a:schemeClr val="accent5"/>
          </a:solidFill>
          <a:ln>
            <a:noFill/>
          </a:ln>
        </p:spPr>
        <p:txBody>
          <a:bodyPr/>
          <a:lstStyle/>
          <a:p>
            <a:endParaRPr/>
          </a:p>
        </p:txBody>
      </p:sp>
      <p:sp>
        <p:nvSpPr>
          <p:cNvPr id="272" name="G272"/>
          <p:cNvSpPr txBox="1"/>
          <p:nvPr/>
        </p:nvSpPr>
        <p:spPr>
          <a:xfrm>
            <a:off x="4260000" y="3166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3</a:t>
            </a:r>
          </a:p>
        </p:txBody>
      </p:sp>
      <p:sp>
        <p:nvSpPr>
          <p:cNvPr id="273" name="B273"/>
          <p:cNvSpPr txBox="1"/>
          <p:nvPr/>
        </p:nvSpPr>
        <p:spPr>
          <a:xfrm>
            <a:off x="4730000" y="3050000"/>
            <a:ext cx="3982300" cy="560000"/>
          </a:xfrm>
          <a:prstGeom prst="rect">
            <a:avLst/>
          </a:prstGeom>
          <a:noFill/>
        </p:spPr>
        <p:txBody>
          <a:bodyPr wrap="square" lIns="0" tIns="0" rIns="0" bIns="0" anchor="ctr">
            <a:noAutofit/>
          </a:bodyPr>
          <a:lstStyle/>
          <a:p>
            <a:pPr marL="0" indent="0">
              <a:spcAft>
                <a:spcPts val="200"/>
              </a:spcAft>
              <a:buNone/>
            </a:pPr>
            <a:r>
              <a:rPr lang="en" sz="1350" b="1">
                <a:solidFill>
                  <a:schemeClr val="dk2"/>
                </a:solidFill>
                <a:latin typeface="Roboto"/>
              </a:rPr>
              <a:t>Less duplication</a:t>
            </a:r>
          </a:p>
          <a:p>
            <a:pPr marL="0" indent="0">
              <a:buNone/>
            </a:pPr>
            <a:r>
              <a:rPr lang="en" sz="1050" b="0">
                <a:solidFill>
                  <a:schemeClr val="lt2"/>
                </a:solidFill>
                <a:latin typeface="Roboto"/>
              </a:rPr>
              <a:t>Reuse structure instead of repeating code.</a:t>
            </a:r>
          </a:p>
        </p:txBody>
      </p:sp>
      <p:sp>
        <p:nvSpPr>
          <p:cNvPr id="280" name="Card280"/>
          <p:cNvSpPr/>
          <p:nvPr/>
        </p:nvSpPr>
        <p:spPr>
          <a:xfrm>
            <a:off x="4110000" y="3670000"/>
            <a:ext cx="4722300" cy="56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281" name="E281"/>
          <p:cNvSpPr/>
          <p:nvPr/>
        </p:nvSpPr>
        <p:spPr>
          <a:xfrm>
            <a:off x="4260000" y="3790000"/>
            <a:ext cx="320000" cy="320000"/>
          </a:xfrm>
          <a:prstGeom prst="ellipse">
            <a:avLst/>
          </a:prstGeom>
          <a:solidFill>
            <a:schemeClr val="accent6"/>
          </a:solidFill>
          <a:ln>
            <a:noFill/>
          </a:ln>
        </p:spPr>
        <p:txBody>
          <a:bodyPr/>
          <a:lstStyle/>
          <a:p>
            <a:endParaRPr/>
          </a:p>
        </p:txBody>
      </p:sp>
      <p:sp>
        <p:nvSpPr>
          <p:cNvPr id="282" name="G282"/>
          <p:cNvSpPr txBox="1"/>
          <p:nvPr/>
        </p:nvSpPr>
        <p:spPr>
          <a:xfrm>
            <a:off x="4260000" y="3786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4</a:t>
            </a:r>
          </a:p>
        </p:txBody>
      </p:sp>
      <p:sp>
        <p:nvSpPr>
          <p:cNvPr id="283" name="B283"/>
          <p:cNvSpPr txBox="1"/>
          <p:nvPr/>
        </p:nvSpPr>
        <p:spPr>
          <a:xfrm>
            <a:off x="4730000" y="3670000"/>
            <a:ext cx="3982300" cy="560000"/>
          </a:xfrm>
          <a:prstGeom prst="rect">
            <a:avLst/>
          </a:prstGeom>
          <a:noFill/>
        </p:spPr>
        <p:txBody>
          <a:bodyPr wrap="square" lIns="0" tIns="0" rIns="0" bIns="0" anchor="ctr">
            <a:noAutofit/>
          </a:bodyPr>
          <a:lstStyle/>
          <a:p>
            <a:pPr marL="0" indent="0">
              <a:spcAft>
                <a:spcPts val="200"/>
              </a:spcAft>
              <a:buNone/>
            </a:pPr>
            <a:r>
              <a:rPr lang="en" sz="1350" b="1">
                <a:solidFill>
                  <a:schemeClr val="dk2"/>
                </a:solidFill>
                <a:latin typeface="Roboto"/>
              </a:rPr>
              <a:t>Easier debugging</a:t>
            </a:r>
          </a:p>
          <a:p>
            <a:pPr marL="0" indent="0">
              <a:buNone/>
            </a:pPr>
            <a:r>
              <a:rPr lang="en" sz="1050" b="0">
                <a:solidFill>
                  <a:schemeClr val="lt2"/>
                </a:solidFill>
                <a:latin typeface="Roboto"/>
              </a:rPr>
              <a:t>Fix and update logic in a single place.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Classes – terminology</a:t>
            </a:r>
          </a:p>
        </p:txBody>
      </p:sp>
      <p:sp>
        <p:nvSpPr>
          <p:cNvPr id="20"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a:solidFill>
                  <a:schemeClr val="lt2"/>
                </a:solidFill>
                <a:latin typeface="Roboto"/>
              </a:rPr>
              <a:t>The core members that build, read, and change an object's data.</a:t>
            </a:r>
          </a:p>
        </p:txBody>
      </p:sp>
      <p:sp>
        <p:nvSpPr>
          <p:cNvPr id="100" name="Card100"/>
          <p:cNvSpPr/>
          <p:nvPr/>
        </p:nvSpPr>
        <p:spPr>
          <a:xfrm>
            <a:off x="311700" y="1560000"/>
            <a:ext cx="2680200" cy="248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101" name="R101"/>
          <p:cNvSpPr/>
          <p:nvPr/>
        </p:nvSpPr>
        <p:spPr>
          <a:xfrm>
            <a:off x="401700" y="1650000"/>
            <a:ext cx="2500200" cy="430000"/>
          </a:xfrm>
          <a:prstGeom prst="roundRect">
            <a:avLst>
              <a:gd name="adj" fmla="val 14000"/>
            </a:avLst>
          </a:prstGeom>
          <a:solidFill>
            <a:schemeClr val="accent2"/>
          </a:solidFill>
          <a:ln>
            <a:noFill/>
          </a:ln>
        </p:spPr>
        <p:txBody>
          <a:bodyPr/>
          <a:lstStyle/>
          <a:p>
            <a:endParaRPr/>
          </a:p>
        </p:txBody>
      </p:sp>
      <p:sp>
        <p:nvSpPr>
          <p:cNvPr id="102" name="G102"/>
          <p:cNvSpPr txBox="1"/>
          <p:nvPr/>
        </p:nvSpPr>
        <p:spPr>
          <a:xfrm>
            <a:off x="401700" y="1650000"/>
            <a:ext cx="2500200" cy="43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Consolas"/>
              </a:rPr>
              <a:t>Constructor</a:t>
            </a:r>
          </a:p>
        </p:txBody>
      </p:sp>
      <p:sp>
        <p:nvSpPr>
          <p:cNvPr id="103" name="D103"/>
          <p:cNvSpPr txBox="1"/>
          <p:nvPr/>
        </p:nvSpPr>
        <p:spPr>
          <a:xfrm>
            <a:off x="481700" y="2200000"/>
            <a:ext cx="2340200" cy="520000"/>
          </a:xfrm>
          <a:prstGeom prst="rect">
            <a:avLst/>
          </a:prstGeom>
          <a:noFill/>
        </p:spPr>
        <p:txBody>
          <a:bodyPr wrap="square" lIns="0" tIns="0" rIns="0" bIns="0" anchor="t">
            <a:noAutofit/>
          </a:bodyPr>
          <a:lstStyle/>
          <a:p>
            <a:pPr marL="0" indent="0">
              <a:buNone/>
            </a:pPr>
            <a:r>
              <a:rPr lang="en" sz="1150" b="0">
                <a:solidFill>
                  <a:schemeClr val="dk2"/>
                </a:solidFill>
                <a:latin typeface="Roboto"/>
              </a:rPr>
              <a:t>Builds and initializes a new object when new is called.</a:t>
            </a:r>
          </a:p>
        </p:txBody>
      </p:sp>
      <p:sp>
        <p:nvSpPr>
          <p:cNvPr id="104" name="R104"/>
          <p:cNvSpPr/>
          <p:nvPr/>
        </p:nvSpPr>
        <p:spPr>
          <a:xfrm>
            <a:off x="481700" y="2800000"/>
            <a:ext cx="2340200" cy="360000"/>
          </a:xfrm>
          <a:prstGeom prst="roundRect">
            <a:avLst>
              <a:gd name="adj" fmla="val 16000"/>
            </a:avLst>
          </a:prstGeom>
          <a:solidFill>
            <a:schemeClr val="accent2">
              <a:alpha val="12000"/>
            </a:schemeClr>
          </a:solidFill>
          <a:ln>
            <a:noFill/>
          </a:ln>
        </p:spPr>
        <p:txBody>
          <a:bodyPr/>
          <a:lstStyle/>
          <a:p>
            <a:endParaRPr/>
          </a:p>
        </p:txBody>
      </p:sp>
      <p:sp>
        <p:nvSpPr>
          <p:cNvPr id="105" name="G105"/>
          <p:cNvSpPr txBox="1"/>
          <p:nvPr/>
        </p:nvSpPr>
        <p:spPr>
          <a:xfrm>
            <a:off x="601700" y="2800000"/>
            <a:ext cx="2100200" cy="360000"/>
          </a:xfrm>
          <a:prstGeom prst="rect">
            <a:avLst/>
          </a:prstGeom>
          <a:noFill/>
        </p:spPr>
        <p:txBody>
          <a:bodyPr wrap="square" lIns="0" tIns="0" rIns="0" bIns="0" anchor="ctr" anchorCtr="0">
            <a:noAutofit/>
          </a:bodyPr>
          <a:lstStyle/>
          <a:p>
            <a:pPr marL="0" indent="0" algn="l">
              <a:buNone/>
            </a:pPr>
            <a:r>
              <a:rPr lang="en" sz="1200" b="1">
                <a:solidFill>
                  <a:schemeClr val="dk1"/>
                </a:solidFill>
                <a:latin typeface="Consolas"/>
              </a:rPr>
              <a:t>new Dog("Rex", 4)</a:t>
            </a:r>
          </a:p>
        </p:txBody>
      </p:sp>
      <p:sp>
        <p:nvSpPr>
          <p:cNvPr id="106" name="P106"/>
          <p:cNvSpPr txBox="1"/>
          <p:nvPr/>
        </p:nvSpPr>
        <p:spPr>
          <a:xfrm>
            <a:off x="481700" y="3280000"/>
            <a:ext cx="2340200" cy="700000"/>
          </a:xfrm>
          <a:prstGeom prst="rect">
            <a:avLst/>
          </a:prstGeom>
          <a:noFill/>
        </p:spPr>
        <p:txBody>
          <a:bodyPr wrap="square" lIns="0" tIns="0" rIns="0" bIns="0" anchor="t">
            <a:noAutofit/>
          </a:bodyPr>
          <a:lstStyle/>
          <a:p>
            <a:pPr marL="0" indent="0">
              <a:spcAft>
                <a:spcPts val="400"/>
              </a:spcAft>
              <a:buNone/>
            </a:pPr>
            <a:r>
              <a:rPr lang="en" sz="1050" b="1">
                <a:solidFill>
                  <a:schemeClr val="accent2"/>
                </a:solidFill>
                <a:latin typeface="Roboto"/>
              </a:rPr>
              <a:t>·  </a:t>
            </a:r>
            <a:r>
              <a:rPr lang="en" sz="1050" b="0">
                <a:solidFill>
                  <a:schemeClr val="lt2"/>
                </a:solidFill>
                <a:latin typeface="Roboto"/>
              </a:rPr>
              <a:t>Same name as the class</a:t>
            </a:r>
          </a:p>
          <a:p>
            <a:pPr marL="0" indent="0">
              <a:spcAft>
                <a:spcPts val="400"/>
              </a:spcAft>
              <a:buNone/>
            </a:pPr>
            <a:r>
              <a:rPr lang="en" sz="1050" b="1">
                <a:solidFill>
                  <a:schemeClr val="accent2"/>
                </a:solidFill>
                <a:latin typeface="Roboto"/>
              </a:rPr>
              <a:t>·  </a:t>
            </a:r>
            <a:r>
              <a:rPr lang="en" sz="1050" b="0">
                <a:solidFill>
                  <a:schemeClr val="lt2"/>
                </a:solidFill>
                <a:latin typeface="Roboto"/>
              </a:rPr>
              <a:t>Sets up the initial state</a:t>
            </a:r>
          </a:p>
        </p:txBody>
      </p:sp>
      <p:sp>
        <p:nvSpPr>
          <p:cNvPr id="130" name="Card130"/>
          <p:cNvSpPr/>
          <p:nvPr/>
        </p:nvSpPr>
        <p:spPr>
          <a:xfrm>
            <a:off x="3231900" y="1560000"/>
            <a:ext cx="2680200" cy="248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131" name="R131"/>
          <p:cNvSpPr/>
          <p:nvPr/>
        </p:nvSpPr>
        <p:spPr>
          <a:xfrm>
            <a:off x="3321900" y="1650000"/>
            <a:ext cx="2500200" cy="430000"/>
          </a:xfrm>
          <a:prstGeom prst="roundRect">
            <a:avLst>
              <a:gd name="adj" fmla="val 14000"/>
            </a:avLst>
          </a:prstGeom>
          <a:solidFill>
            <a:schemeClr val="accent3"/>
          </a:solidFill>
          <a:ln>
            <a:noFill/>
          </a:ln>
        </p:spPr>
        <p:txBody>
          <a:bodyPr/>
          <a:lstStyle/>
          <a:p>
            <a:endParaRPr/>
          </a:p>
        </p:txBody>
      </p:sp>
      <p:sp>
        <p:nvSpPr>
          <p:cNvPr id="132" name="G132"/>
          <p:cNvSpPr txBox="1"/>
          <p:nvPr/>
        </p:nvSpPr>
        <p:spPr>
          <a:xfrm>
            <a:off x="3321900" y="1650000"/>
            <a:ext cx="2500200" cy="43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Consolas"/>
              </a:rPr>
              <a:t>Getter  ·  accessor</a:t>
            </a:r>
          </a:p>
        </p:txBody>
      </p:sp>
      <p:sp>
        <p:nvSpPr>
          <p:cNvPr id="133" name="D133"/>
          <p:cNvSpPr txBox="1"/>
          <p:nvPr/>
        </p:nvSpPr>
        <p:spPr>
          <a:xfrm>
            <a:off x="3401900" y="2200000"/>
            <a:ext cx="2340200" cy="520000"/>
          </a:xfrm>
          <a:prstGeom prst="rect">
            <a:avLst/>
          </a:prstGeom>
          <a:noFill/>
        </p:spPr>
        <p:txBody>
          <a:bodyPr wrap="square" lIns="0" tIns="0" rIns="0" bIns="0" anchor="t">
            <a:noAutofit/>
          </a:bodyPr>
          <a:lstStyle/>
          <a:p>
            <a:pPr marL="0" indent="0">
              <a:buNone/>
            </a:pPr>
            <a:r>
              <a:rPr lang="en" sz="1150" b="0">
                <a:solidFill>
                  <a:schemeClr val="dk2"/>
                </a:solidFill>
                <a:latin typeface="Roboto"/>
              </a:rPr>
              <a:t>Reads a private field's value for outside code to use.</a:t>
            </a:r>
          </a:p>
        </p:txBody>
      </p:sp>
      <p:sp>
        <p:nvSpPr>
          <p:cNvPr id="134" name="R134"/>
          <p:cNvSpPr/>
          <p:nvPr/>
        </p:nvSpPr>
        <p:spPr>
          <a:xfrm>
            <a:off x="3401900" y="2800000"/>
            <a:ext cx="2340200" cy="360000"/>
          </a:xfrm>
          <a:prstGeom prst="roundRect">
            <a:avLst>
              <a:gd name="adj" fmla="val 16000"/>
            </a:avLst>
          </a:prstGeom>
          <a:solidFill>
            <a:schemeClr val="accent3">
              <a:alpha val="12000"/>
            </a:schemeClr>
          </a:solidFill>
          <a:ln>
            <a:noFill/>
          </a:ln>
        </p:spPr>
        <p:txBody>
          <a:bodyPr/>
          <a:lstStyle/>
          <a:p>
            <a:endParaRPr/>
          </a:p>
        </p:txBody>
      </p:sp>
      <p:sp>
        <p:nvSpPr>
          <p:cNvPr id="135" name="G135"/>
          <p:cNvSpPr txBox="1"/>
          <p:nvPr/>
        </p:nvSpPr>
        <p:spPr>
          <a:xfrm>
            <a:off x="3521900" y="2800000"/>
            <a:ext cx="2100200" cy="360000"/>
          </a:xfrm>
          <a:prstGeom prst="rect">
            <a:avLst/>
          </a:prstGeom>
          <a:noFill/>
        </p:spPr>
        <p:txBody>
          <a:bodyPr wrap="square" lIns="0" tIns="0" rIns="0" bIns="0" anchor="ctr" anchorCtr="0">
            <a:noAutofit/>
          </a:bodyPr>
          <a:lstStyle/>
          <a:p>
            <a:pPr marL="0" indent="0" algn="l">
              <a:buNone/>
            </a:pPr>
            <a:r>
              <a:rPr lang="en" sz="1200" b="1">
                <a:solidFill>
                  <a:schemeClr val="dk1"/>
                </a:solidFill>
                <a:latin typeface="Consolas"/>
              </a:rPr>
              <a:t>getName()  →  "Rex"</a:t>
            </a:r>
          </a:p>
        </p:txBody>
      </p:sp>
      <p:sp>
        <p:nvSpPr>
          <p:cNvPr id="136" name="P136"/>
          <p:cNvSpPr txBox="1"/>
          <p:nvPr/>
        </p:nvSpPr>
        <p:spPr>
          <a:xfrm>
            <a:off x="3401900" y="3280000"/>
            <a:ext cx="2340200" cy="700000"/>
          </a:xfrm>
          <a:prstGeom prst="rect">
            <a:avLst/>
          </a:prstGeom>
          <a:noFill/>
        </p:spPr>
        <p:txBody>
          <a:bodyPr wrap="square" lIns="0" tIns="0" rIns="0" bIns="0" anchor="t">
            <a:noAutofit/>
          </a:bodyPr>
          <a:lstStyle/>
          <a:p>
            <a:pPr marL="0" indent="0">
              <a:spcAft>
                <a:spcPts val="400"/>
              </a:spcAft>
              <a:buNone/>
            </a:pPr>
            <a:r>
              <a:rPr lang="en" sz="1050" b="1">
                <a:solidFill>
                  <a:schemeClr val="accent3"/>
                </a:solidFill>
                <a:latin typeface="Roboto"/>
              </a:rPr>
              <a:t>·  </a:t>
            </a:r>
            <a:r>
              <a:rPr lang="en" sz="1050" b="0">
                <a:solidFill>
                  <a:schemeClr val="lt2"/>
                </a:solidFill>
                <a:latin typeface="Roboto"/>
              </a:rPr>
              <a:t>Read-only — never changes data</a:t>
            </a:r>
          </a:p>
          <a:p>
            <a:pPr marL="0" indent="0">
              <a:spcAft>
                <a:spcPts val="400"/>
              </a:spcAft>
              <a:buNone/>
            </a:pPr>
            <a:r>
              <a:rPr lang="en" sz="1050" b="1">
                <a:solidFill>
                  <a:schemeClr val="accent3"/>
                </a:solidFill>
                <a:latin typeface="Roboto"/>
              </a:rPr>
              <a:t>·  </a:t>
            </a:r>
            <a:r>
              <a:rPr lang="en" sz="1050" b="0">
                <a:solidFill>
                  <a:schemeClr val="lt2"/>
                </a:solidFill>
                <a:latin typeface="Roboto"/>
              </a:rPr>
              <a:t>e.g. getAge(), getBreed()</a:t>
            </a:r>
          </a:p>
        </p:txBody>
      </p:sp>
      <p:sp>
        <p:nvSpPr>
          <p:cNvPr id="160" name="Card160"/>
          <p:cNvSpPr/>
          <p:nvPr/>
        </p:nvSpPr>
        <p:spPr>
          <a:xfrm>
            <a:off x="6152100" y="1560000"/>
            <a:ext cx="2680200" cy="248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161" name="R161"/>
          <p:cNvSpPr/>
          <p:nvPr/>
        </p:nvSpPr>
        <p:spPr>
          <a:xfrm>
            <a:off x="6242100" y="1650000"/>
            <a:ext cx="2500200" cy="430000"/>
          </a:xfrm>
          <a:prstGeom prst="roundRect">
            <a:avLst>
              <a:gd name="adj" fmla="val 14000"/>
            </a:avLst>
          </a:prstGeom>
          <a:solidFill>
            <a:schemeClr val="accent5"/>
          </a:solidFill>
          <a:ln>
            <a:noFill/>
          </a:ln>
        </p:spPr>
        <p:txBody>
          <a:bodyPr/>
          <a:lstStyle/>
          <a:p>
            <a:endParaRPr/>
          </a:p>
        </p:txBody>
      </p:sp>
      <p:sp>
        <p:nvSpPr>
          <p:cNvPr id="162" name="G162"/>
          <p:cNvSpPr txBox="1"/>
          <p:nvPr/>
        </p:nvSpPr>
        <p:spPr>
          <a:xfrm>
            <a:off x="6242100" y="1650000"/>
            <a:ext cx="2500200" cy="43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Consolas"/>
              </a:rPr>
              <a:t>Setter  ·  mutator</a:t>
            </a:r>
          </a:p>
        </p:txBody>
      </p:sp>
      <p:sp>
        <p:nvSpPr>
          <p:cNvPr id="163" name="D163"/>
          <p:cNvSpPr txBox="1"/>
          <p:nvPr/>
        </p:nvSpPr>
        <p:spPr>
          <a:xfrm>
            <a:off x="6322100" y="2200000"/>
            <a:ext cx="2340200" cy="520000"/>
          </a:xfrm>
          <a:prstGeom prst="rect">
            <a:avLst/>
          </a:prstGeom>
          <a:noFill/>
        </p:spPr>
        <p:txBody>
          <a:bodyPr wrap="square" lIns="0" tIns="0" rIns="0" bIns="0" anchor="t">
            <a:noAutofit/>
          </a:bodyPr>
          <a:lstStyle/>
          <a:p>
            <a:pPr marL="0" indent="0">
              <a:buNone/>
            </a:pPr>
            <a:r>
              <a:rPr lang="en" sz="1150" b="0">
                <a:solidFill>
                  <a:schemeClr val="dk2"/>
                </a:solidFill>
                <a:latin typeface="Roboto"/>
              </a:rPr>
              <a:t>Updates a private field's value in a controlled way.</a:t>
            </a:r>
          </a:p>
        </p:txBody>
      </p:sp>
      <p:sp>
        <p:nvSpPr>
          <p:cNvPr id="164" name="R164"/>
          <p:cNvSpPr/>
          <p:nvPr/>
        </p:nvSpPr>
        <p:spPr>
          <a:xfrm>
            <a:off x="6322100" y="2800000"/>
            <a:ext cx="2340200" cy="360000"/>
          </a:xfrm>
          <a:prstGeom prst="roundRect">
            <a:avLst>
              <a:gd name="adj" fmla="val 16000"/>
            </a:avLst>
          </a:prstGeom>
          <a:solidFill>
            <a:schemeClr val="accent5">
              <a:alpha val="12000"/>
            </a:schemeClr>
          </a:solidFill>
          <a:ln>
            <a:noFill/>
          </a:ln>
        </p:spPr>
        <p:txBody>
          <a:bodyPr/>
          <a:lstStyle/>
          <a:p>
            <a:endParaRPr/>
          </a:p>
        </p:txBody>
      </p:sp>
      <p:sp>
        <p:nvSpPr>
          <p:cNvPr id="165" name="G165"/>
          <p:cNvSpPr txBox="1"/>
          <p:nvPr/>
        </p:nvSpPr>
        <p:spPr>
          <a:xfrm>
            <a:off x="6442100" y="2800000"/>
            <a:ext cx="2100200" cy="360000"/>
          </a:xfrm>
          <a:prstGeom prst="rect">
            <a:avLst/>
          </a:prstGeom>
          <a:noFill/>
        </p:spPr>
        <p:txBody>
          <a:bodyPr wrap="square" lIns="0" tIns="0" rIns="0" bIns="0" anchor="ctr" anchorCtr="0">
            <a:noAutofit/>
          </a:bodyPr>
          <a:lstStyle/>
          <a:p>
            <a:pPr marL="0" indent="0" algn="l">
              <a:buNone/>
            </a:pPr>
            <a:r>
              <a:rPr lang="en" sz="1200" b="1">
                <a:solidFill>
                  <a:schemeClr val="dk1"/>
                </a:solidFill>
                <a:latin typeface="Consolas"/>
              </a:rPr>
              <a:t>setAge(5)</a:t>
            </a:r>
          </a:p>
        </p:txBody>
      </p:sp>
      <p:sp>
        <p:nvSpPr>
          <p:cNvPr id="166" name="P166"/>
          <p:cNvSpPr txBox="1"/>
          <p:nvPr/>
        </p:nvSpPr>
        <p:spPr>
          <a:xfrm>
            <a:off x="6322100" y="3280000"/>
            <a:ext cx="2340200" cy="700000"/>
          </a:xfrm>
          <a:prstGeom prst="rect">
            <a:avLst/>
          </a:prstGeom>
          <a:noFill/>
        </p:spPr>
        <p:txBody>
          <a:bodyPr wrap="square" lIns="0" tIns="0" rIns="0" bIns="0" anchor="t">
            <a:noAutofit/>
          </a:bodyPr>
          <a:lstStyle/>
          <a:p>
            <a:pPr marL="0" indent="0">
              <a:spcAft>
                <a:spcPts val="400"/>
              </a:spcAft>
              <a:buNone/>
            </a:pPr>
            <a:r>
              <a:rPr lang="en" sz="1050" b="1">
                <a:solidFill>
                  <a:schemeClr val="accent5"/>
                </a:solidFill>
                <a:latin typeface="Roboto"/>
              </a:rPr>
              <a:t>·  </a:t>
            </a:r>
            <a:r>
              <a:rPr lang="en" sz="1050" b="0">
                <a:solidFill>
                  <a:schemeClr val="lt2"/>
                </a:solidFill>
                <a:latin typeface="Roboto"/>
              </a:rPr>
              <a:t>The safe way to write a field</a:t>
            </a:r>
          </a:p>
          <a:p>
            <a:pPr marL="0" indent="0">
              <a:spcAft>
                <a:spcPts val="400"/>
              </a:spcAft>
              <a:buNone/>
            </a:pPr>
            <a:r>
              <a:rPr lang="en" sz="1050" b="1">
                <a:solidFill>
                  <a:schemeClr val="accent5"/>
                </a:solidFill>
                <a:latin typeface="Roboto"/>
              </a:rPr>
              <a:t>·  </a:t>
            </a:r>
            <a:r>
              <a:rPr lang="en" sz="1050" b="0">
                <a:solidFill>
                  <a:schemeClr val="lt2"/>
                </a:solidFill>
                <a:latin typeface="Roboto"/>
              </a:rPr>
              <a:t>e.g. setName("Bella")</a:t>
            </a:r>
          </a:p>
        </p:txBody>
      </p:sp>
      <p:sp>
        <p:nvSpPr>
          <p:cNvPr id="90" name="R90"/>
          <p:cNvSpPr/>
          <p:nvPr/>
        </p:nvSpPr>
        <p:spPr>
          <a:xfrm>
            <a:off x="311700" y="4260000"/>
            <a:ext cx="8520600" cy="300000"/>
          </a:xfrm>
          <a:prstGeom prst="roundRect">
            <a:avLst>
              <a:gd name="adj" fmla="val 20000"/>
            </a:avLst>
          </a:prstGeom>
          <a:solidFill>
            <a:schemeClr val="accent2">
              <a:alpha val="10000"/>
            </a:schemeClr>
          </a:solidFill>
          <a:ln>
            <a:noFill/>
          </a:ln>
        </p:spPr>
        <p:txBody>
          <a:bodyPr/>
          <a:lstStyle/>
          <a:p>
            <a:endParaRPr/>
          </a:p>
        </p:txBody>
      </p:sp>
      <p:sp>
        <p:nvSpPr>
          <p:cNvPr id="91" name="Take"/>
          <p:cNvSpPr txBox="1"/>
          <p:nvPr/>
        </p:nvSpPr>
        <p:spPr>
          <a:xfrm>
            <a:off x="311700" y="4260000"/>
            <a:ext cx="8520600" cy="300000"/>
          </a:xfrm>
          <a:prstGeom prst="roundRect">
            <a:avLst>
              <a:gd name="adj" fmla="val 20000"/>
            </a:avLst>
          </a:prstGeom>
          <a:noFill/>
        </p:spPr>
        <p:txBody>
          <a:bodyPr wrap="square" lIns="137160" tIns="0" rIns="137160" bIns="0" anchor="ctr">
            <a:noAutofit/>
          </a:bodyPr>
          <a:lstStyle/>
          <a:p>
            <a:pPr marL="0" indent="0" algn="ctr">
              <a:buNone/>
            </a:pPr>
            <a:r>
              <a:rPr lang="en" sz="1200" b="1">
                <a:solidFill>
                  <a:schemeClr val="accent2"/>
                </a:solidFill>
                <a:latin typeface="Roboto"/>
              </a:rPr>
              <a:t>Getters and setters guard private fields — </a:t>
            </a:r>
            <a:r>
              <a:rPr lang="en" sz="1200" b="0">
                <a:solidFill>
                  <a:schemeClr val="dk2"/>
                </a:solidFill>
                <a:latin typeface="Roboto"/>
              </a:rPr>
              <a:t>the encapsulation we formalize with access modifiers next.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The 'this' Keyword</a:t>
            </a:r>
          </a:p>
        </p:txBody>
      </p:sp>
      <p:sp>
        <p:nvSpPr>
          <p:cNvPr id="10" name="DefinitionBand"/>
          <p:cNvSpPr/>
          <p:nvPr/>
        </p:nvSpPr>
        <p:spPr>
          <a:xfrm>
            <a:off x="311700" y="1075000"/>
            <a:ext cx="8520600" cy="560000"/>
          </a:xfrm>
          <a:prstGeom prst="roundRect">
            <a:avLst>
              <a:gd name="adj" fmla="val 12000"/>
            </a:avLst>
          </a:prstGeom>
          <a:solidFill>
            <a:schemeClr val="accent2">
              <a:alpha val="10000"/>
            </a:schemeClr>
          </a:solidFill>
          <a:ln>
            <a:noFill/>
          </a:ln>
        </p:spPr>
        <p:txBody>
          <a:bodyPr wrap="square" lIns="228600" tIns="0" rIns="228600" bIns="0" anchor="ctr">
            <a:noAutofit/>
          </a:bodyPr>
          <a:lstStyle/>
          <a:p>
            <a:pPr marL="0" indent="0" algn="ctr">
              <a:buNone/>
            </a:pPr>
            <a:r>
              <a:rPr lang="en" sz="1450" b="1">
                <a:solidFill>
                  <a:schemeClr val="accent2"/>
                </a:solidFill>
                <a:latin typeface="Consolas"/>
              </a:rPr>
              <a:t>this</a:t>
            </a:r>
            <a:r>
              <a:rPr lang="en" sz="1450" b="0">
                <a:solidFill>
                  <a:schemeClr val="dk2"/>
                </a:solidFill>
                <a:latin typeface="Roboto"/>
              </a:rPr>
              <a:t> refers to the current object — the instance the method or constructor is running on.</a:t>
            </a:r>
          </a:p>
        </p:txBody>
      </p:sp>
      <p:sp>
        <p:nvSpPr>
          <p:cNvPr id="30" name="LeftCodePanel"/>
          <p:cNvSpPr/>
          <p:nvPr/>
        </p:nvSpPr>
        <p:spPr>
          <a:xfrm>
            <a:off x="311700" y="1690000"/>
            <a:ext cx="4140000" cy="1140000"/>
          </a:xfrm>
          <a:prstGeom prst="roundRect">
            <a:avLst>
              <a:gd name="adj" fmla="val 6000"/>
            </a:avLst>
          </a:prstGeom>
          <a:solidFill>
            <a:srgbClr val="1E293B"/>
          </a:solidFill>
          <a:ln w="9525">
            <a:solidFill>
              <a:srgbClr val="334155"/>
            </a:solidFill>
          </a:ln>
        </p:spPr>
        <p:txBody>
          <a:bodyPr/>
          <a:lstStyle/>
          <a:p>
            <a:endParaRPr/>
          </a:p>
        </p:txBody>
      </p:sp>
      <p:sp>
        <p:nvSpPr>
          <p:cNvPr id="31" name="LDot1"/>
          <p:cNvSpPr/>
          <p:nvPr/>
        </p:nvSpPr>
        <p:spPr>
          <a:xfrm>
            <a:off x="461700" y="1785000"/>
            <a:ext cx="80000" cy="80000"/>
          </a:xfrm>
          <a:prstGeom prst="ellipse">
            <a:avLst/>
          </a:prstGeom>
          <a:solidFill>
            <a:srgbClr val="EF4444"/>
          </a:solidFill>
          <a:ln>
            <a:noFill/>
          </a:ln>
        </p:spPr>
        <p:txBody>
          <a:bodyPr/>
          <a:lstStyle/>
          <a:p>
            <a:endParaRPr/>
          </a:p>
        </p:txBody>
      </p:sp>
      <p:sp>
        <p:nvSpPr>
          <p:cNvPr id="32" name="LDot2"/>
          <p:cNvSpPr/>
          <p:nvPr/>
        </p:nvSpPr>
        <p:spPr>
          <a:xfrm>
            <a:off x="591700" y="1785000"/>
            <a:ext cx="80000" cy="80000"/>
          </a:xfrm>
          <a:prstGeom prst="ellipse">
            <a:avLst/>
          </a:prstGeom>
          <a:solidFill>
            <a:srgbClr val="F59E0B"/>
          </a:solidFill>
          <a:ln>
            <a:noFill/>
          </a:ln>
        </p:spPr>
        <p:txBody>
          <a:bodyPr/>
          <a:lstStyle/>
          <a:p>
            <a:endParaRPr/>
          </a:p>
        </p:txBody>
      </p:sp>
      <p:sp>
        <p:nvSpPr>
          <p:cNvPr id="33" name="LDot3"/>
          <p:cNvSpPr/>
          <p:nvPr/>
        </p:nvSpPr>
        <p:spPr>
          <a:xfrm>
            <a:off x="721700" y="1785000"/>
            <a:ext cx="80000" cy="80000"/>
          </a:xfrm>
          <a:prstGeom prst="ellipse">
            <a:avLst/>
          </a:prstGeom>
          <a:solidFill>
            <a:srgbClr val="22C55E"/>
          </a:solidFill>
          <a:ln>
            <a:noFill/>
          </a:ln>
        </p:spPr>
        <p:txBody>
          <a:bodyPr/>
          <a:lstStyle/>
          <a:p>
            <a:endParaRPr/>
          </a:p>
        </p:txBody>
      </p:sp>
      <p:sp>
        <p:nvSpPr>
          <p:cNvPr id="34" name="LLabel"/>
          <p:cNvSpPr txBox="1"/>
          <p:nvPr/>
        </p:nvSpPr>
        <p:spPr>
          <a:xfrm>
            <a:off x="921700" y="1735000"/>
            <a:ext cx="3400000" cy="220000"/>
          </a:xfrm>
          <a:prstGeom prst="rect">
            <a:avLst/>
          </a:prstGeom>
          <a:noFill/>
        </p:spPr>
        <p:txBody>
          <a:bodyPr wrap="square" lIns="0" tIns="0" rIns="0" bIns="0" anchor="ctr">
            <a:noAutofit/>
          </a:bodyPr>
          <a:lstStyle/>
          <a:p>
            <a:pPr marL="0" indent="0" algn="l">
              <a:buNone/>
            </a:pPr>
            <a:r>
              <a:rPr lang="en" sz="1000" b="1">
                <a:solidFill>
                  <a:srgbClr val="F87171"/>
                </a:solidFill>
                <a:latin typeface="Roboto"/>
              </a:rPr>
              <a:t>Without this (ambiguous)</a:t>
            </a:r>
          </a:p>
        </p:txBody>
      </p:sp>
      <p:sp>
        <p:nvSpPr>
          <p:cNvPr id="35" name="LDivider"/>
          <p:cNvSpPr/>
          <p:nvPr/>
        </p:nvSpPr>
        <p:spPr>
          <a:xfrm>
            <a:off x="431700" y="2040000"/>
            <a:ext cx="3900000" cy="8000"/>
          </a:xfrm>
          <a:prstGeom prst="rect">
            <a:avLst/>
          </a:prstGeom>
          <a:solidFill>
            <a:srgbClr val="334155"/>
          </a:solidFill>
          <a:ln>
            <a:noFill/>
          </a:ln>
        </p:spPr>
        <p:txBody>
          <a:bodyPr/>
          <a:lstStyle/>
          <a:p>
            <a:endParaRPr/>
          </a:p>
        </p:txBody>
      </p:sp>
      <p:sp>
        <p:nvSpPr>
          <p:cNvPr id="36" name="LCode"/>
          <p:cNvSpPr txBox="1"/>
          <p:nvPr/>
        </p:nvSpPr>
        <p:spPr>
          <a:xfrm>
            <a:off x="461700" y="2130000"/>
            <a:ext cx="3840000" cy="640000"/>
          </a:xfrm>
          <a:prstGeom prst="rect">
            <a:avLst/>
          </a:prstGeom>
          <a:noFill/>
        </p:spPr>
        <p:txBody>
          <a:bodyPr wrap="square" lIns="0" tIns="0" rIns="0" bIns="0" anchor="t">
            <a:noAutofit/>
          </a:bodyPr>
          <a:lstStyle/>
          <a:p>
            <a:pPr marL="0" indent="0">
              <a:spcAft>
                <a:spcPts val="200"/>
              </a:spcAft>
              <a:buNone/>
            </a:pPr>
            <a:r>
              <a:rPr lang="en" sz="900">
                <a:solidFill>
                  <a:srgbClr val="60A5FA"/>
                </a:solidFill>
                <a:latin typeface="Consolas"/>
              </a:rPr>
              <a:t>public </a:t>
            </a:r>
            <a:r>
              <a:rPr lang="en" sz="900">
                <a:solidFill>
                  <a:srgbClr val="4EC9B0"/>
                </a:solidFill>
                <a:latin typeface="Consolas"/>
              </a:rPr>
              <a:t>Dog</a:t>
            </a:r>
            <a:r>
              <a:rPr lang="en" sz="900">
                <a:solidFill>
                  <a:srgbClr val="94A3B8"/>
                </a:solidFill>
                <a:latin typeface="Consolas"/>
              </a:rPr>
              <a:t>(</a:t>
            </a:r>
            <a:r>
              <a:rPr lang="en" sz="900">
                <a:solidFill>
                  <a:srgbClr val="4EC9B0"/>
                </a:solidFill>
                <a:latin typeface="Consolas"/>
              </a:rPr>
              <a:t>String</a:t>
            </a:r>
            <a:r>
              <a:rPr lang="en" sz="900">
                <a:solidFill>
                  <a:srgbClr val="E2E8F0"/>
                </a:solidFill>
                <a:latin typeface="Consolas"/>
              </a:rPr>
              <a:t> name</a:t>
            </a:r>
            <a:r>
              <a:rPr lang="en" sz="900">
                <a:solidFill>
                  <a:srgbClr val="94A3B8"/>
                </a:solidFill>
                <a:latin typeface="Consolas"/>
              </a:rPr>
              <a:t>) {</a:t>
            </a:r>
          </a:p>
          <a:p>
            <a:pPr marL="0" indent="0">
              <a:spcAft>
                <a:spcPts val="200"/>
              </a:spcAft>
              <a:buNone/>
            </a:pPr>
            <a:r>
              <a:rPr lang="en" sz="900">
                <a:solidFill>
                  <a:srgbClr val="E2E8F0"/>
                </a:solidFill>
                <a:latin typeface="Consolas"/>
              </a:rPr>
              <a:t>    name </a:t>
            </a:r>
            <a:r>
              <a:rPr lang="en" sz="900">
                <a:solidFill>
                  <a:srgbClr val="94A3B8"/>
                </a:solidFill>
                <a:latin typeface="Consolas"/>
              </a:rPr>
              <a:t>= </a:t>
            </a:r>
            <a:r>
              <a:rPr lang="en" sz="900">
                <a:solidFill>
                  <a:srgbClr val="E2E8F0"/>
                </a:solidFill>
                <a:latin typeface="Consolas"/>
              </a:rPr>
              <a:t>name</a:t>
            </a:r>
            <a:r>
              <a:rPr lang="en" sz="900">
                <a:solidFill>
                  <a:srgbClr val="94A3B8"/>
                </a:solidFill>
                <a:latin typeface="Consolas"/>
              </a:rPr>
              <a:t>;</a:t>
            </a:r>
          </a:p>
          <a:p>
            <a:pPr marL="0" indent="0">
              <a:spcAft>
                <a:spcPts val="200"/>
              </a:spcAft>
              <a:buNone/>
            </a:pPr>
            <a:r>
              <a:rPr lang="en" sz="900" i="1">
                <a:solidFill>
                  <a:srgbClr val="F87171"/>
                </a:solidFill>
                <a:latin typeface="Consolas"/>
              </a:rPr>
              <a:t>    ⚠ assigns param to itself</a:t>
            </a:r>
          </a:p>
          <a:p>
            <a:pPr marL="0" indent="0">
              <a:buNone/>
            </a:pPr>
            <a:r>
              <a:rPr lang="en" sz="900">
                <a:solidFill>
                  <a:srgbClr val="94A3B8"/>
                </a:solidFill>
                <a:latin typeface="Consolas"/>
              </a:rPr>
              <a:t>}</a:t>
            </a:r>
          </a:p>
        </p:txBody>
      </p:sp>
      <p:sp>
        <p:nvSpPr>
          <p:cNvPr id="50" name="RightCodePanel"/>
          <p:cNvSpPr/>
          <p:nvPr/>
        </p:nvSpPr>
        <p:spPr>
          <a:xfrm>
            <a:off x="4691700" y="1690000"/>
            <a:ext cx="4140600" cy="1140000"/>
          </a:xfrm>
          <a:prstGeom prst="roundRect">
            <a:avLst>
              <a:gd name="adj" fmla="val 6000"/>
            </a:avLst>
          </a:prstGeom>
          <a:solidFill>
            <a:srgbClr val="1E293B"/>
          </a:solidFill>
          <a:ln w="9525">
            <a:solidFill>
              <a:srgbClr val="334155"/>
            </a:solidFill>
          </a:ln>
        </p:spPr>
        <p:txBody>
          <a:bodyPr/>
          <a:lstStyle/>
          <a:p>
            <a:endParaRPr/>
          </a:p>
        </p:txBody>
      </p:sp>
      <p:sp>
        <p:nvSpPr>
          <p:cNvPr id="51" name="RDot1"/>
          <p:cNvSpPr/>
          <p:nvPr/>
        </p:nvSpPr>
        <p:spPr>
          <a:xfrm>
            <a:off x="4841700" y="1785000"/>
            <a:ext cx="80000" cy="80000"/>
          </a:xfrm>
          <a:prstGeom prst="ellipse">
            <a:avLst/>
          </a:prstGeom>
          <a:solidFill>
            <a:srgbClr val="EF4444"/>
          </a:solidFill>
          <a:ln>
            <a:noFill/>
          </a:ln>
        </p:spPr>
        <p:txBody>
          <a:bodyPr/>
          <a:lstStyle/>
          <a:p>
            <a:endParaRPr/>
          </a:p>
        </p:txBody>
      </p:sp>
      <p:sp>
        <p:nvSpPr>
          <p:cNvPr id="52" name="RDot2"/>
          <p:cNvSpPr/>
          <p:nvPr/>
        </p:nvSpPr>
        <p:spPr>
          <a:xfrm>
            <a:off x="4971700" y="1785000"/>
            <a:ext cx="80000" cy="80000"/>
          </a:xfrm>
          <a:prstGeom prst="ellipse">
            <a:avLst/>
          </a:prstGeom>
          <a:solidFill>
            <a:srgbClr val="F59E0B"/>
          </a:solidFill>
          <a:ln>
            <a:noFill/>
          </a:ln>
        </p:spPr>
        <p:txBody>
          <a:bodyPr/>
          <a:lstStyle/>
          <a:p>
            <a:endParaRPr/>
          </a:p>
        </p:txBody>
      </p:sp>
      <p:sp>
        <p:nvSpPr>
          <p:cNvPr id="53" name="RDot3"/>
          <p:cNvSpPr/>
          <p:nvPr/>
        </p:nvSpPr>
        <p:spPr>
          <a:xfrm>
            <a:off x="5101700" y="1785000"/>
            <a:ext cx="80000" cy="80000"/>
          </a:xfrm>
          <a:prstGeom prst="ellipse">
            <a:avLst/>
          </a:prstGeom>
          <a:solidFill>
            <a:srgbClr val="22C55E"/>
          </a:solidFill>
          <a:ln>
            <a:noFill/>
          </a:ln>
        </p:spPr>
        <p:txBody>
          <a:bodyPr/>
          <a:lstStyle/>
          <a:p>
            <a:endParaRPr/>
          </a:p>
        </p:txBody>
      </p:sp>
      <p:sp>
        <p:nvSpPr>
          <p:cNvPr id="54" name="RLabel"/>
          <p:cNvSpPr txBox="1"/>
          <p:nvPr/>
        </p:nvSpPr>
        <p:spPr>
          <a:xfrm>
            <a:off x="5301700" y="1735000"/>
            <a:ext cx="3400000" cy="220000"/>
          </a:xfrm>
          <a:prstGeom prst="rect">
            <a:avLst/>
          </a:prstGeom>
          <a:noFill/>
        </p:spPr>
        <p:txBody>
          <a:bodyPr wrap="square" lIns="0" tIns="0" rIns="0" bIns="0" anchor="ctr">
            <a:noAutofit/>
          </a:bodyPr>
          <a:lstStyle/>
          <a:p>
            <a:pPr marL="0" indent="0" algn="l">
              <a:buNone/>
            </a:pPr>
            <a:r>
              <a:rPr lang="en" sz="1000" b="1">
                <a:solidFill>
                  <a:srgbClr val="4ADE80"/>
                </a:solidFill>
                <a:latin typeface="Roboto"/>
              </a:rPr>
              <a:t>With this (correct)</a:t>
            </a:r>
          </a:p>
        </p:txBody>
      </p:sp>
      <p:sp>
        <p:nvSpPr>
          <p:cNvPr id="55" name="RDivider"/>
          <p:cNvSpPr/>
          <p:nvPr/>
        </p:nvSpPr>
        <p:spPr>
          <a:xfrm>
            <a:off x="4811700" y="2040000"/>
            <a:ext cx="3900600" cy="8000"/>
          </a:xfrm>
          <a:prstGeom prst="rect">
            <a:avLst/>
          </a:prstGeom>
          <a:solidFill>
            <a:srgbClr val="334155"/>
          </a:solidFill>
          <a:ln>
            <a:noFill/>
          </a:ln>
        </p:spPr>
        <p:txBody>
          <a:bodyPr/>
          <a:lstStyle/>
          <a:p>
            <a:endParaRPr/>
          </a:p>
        </p:txBody>
      </p:sp>
      <p:sp>
        <p:nvSpPr>
          <p:cNvPr id="56" name="RCode"/>
          <p:cNvSpPr txBox="1"/>
          <p:nvPr/>
        </p:nvSpPr>
        <p:spPr>
          <a:xfrm>
            <a:off x="4841700" y="2130000"/>
            <a:ext cx="3840600" cy="640000"/>
          </a:xfrm>
          <a:prstGeom prst="rect">
            <a:avLst/>
          </a:prstGeom>
          <a:noFill/>
        </p:spPr>
        <p:txBody>
          <a:bodyPr wrap="square" lIns="0" tIns="0" rIns="0" bIns="0" anchor="t">
            <a:noAutofit/>
          </a:bodyPr>
          <a:lstStyle/>
          <a:p>
            <a:pPr marL="0" indent="0">
              <a:spcAft>
                <a:spcPts val="200"/>
              </a:spcAft>
              <a:buNone/>
            </a:pPr>
            <a:r>
              <a:rPr lang="en" sz="900">
                <a:solidFill>
                  <a:srgbClr val="60A5FA"/>
                </a:solidFill>
                <a:latin typeface="Consolas"/>
              </a:rPr>
              <a:t>public </a:t>
            </a:r>
            <a:r>
              <a:rPr lang="en" sz="900">
                <a:solidFill>
                  <a:srgbClr val="4EC9B0"/>
                </a:solidFill>
                <a:latin typeface="Consolas"/>
              </a:rPr>
              <a:t>Dog</a:t>
            </a:r>
            <a:r>
              <a:rPr lang="en" sz="900">
                <a:solidFill>
                  <a:srgbClr val="94A3B8"/>
                </a:solidFill>
                <a:latin typeface="Consolas"/>
              </a:rPr>
              <a:t>(</a:t>
            </a:r>
            <a:r>
              <a:rPr lang="en" sz="900">
                <a:solidFill>
                  <a:srgbClr val="4EC9B0"/>
                </a:solidFill>
                <a:latin typeface="Consolas"/>
              </a:rPr>
              <a:t>String</a:t>
            </a:r>
            <a:r>
              <a:rPr lang="en" sz="900">
                <a:solidFill>
                  <a:srgbClr val="E2E8F0"/>
                </a:solidFill>
                <a:latin typeface="Consolas"/>
              </a:rPr>
              <a:t> name</a:t>
            </a:r>
            <a:r>
              <a:rPr lang="en" sz="900">
                <a:solidFill>
                  <a:srgbClr val="94A3B8"/>
                </a:solidFill>
                <a:latin typeface="Consolas"/>
              </a:rPr>
              <a:t>) {</a:t>
            </a:r>
          </a:p>
          <a:p>
            <a:pPr marL="0" indent="0">
              <a:spcAft>
                <a:spcPts val="200"/>
              </a:spcAft>
              <a:buNone/>
            </a:pPr>
            <a:r>
              <a:rPr lang="en" sz="900">
                <a:solidFill>
                  <a:srgbClr val="E2E8F0"/>
                </a:solidFill>
                <a:latin typeface="Consolas"/>
              </a:rPr>
              <a:t>    </a:t>
            </a:r>
            <a:r>
              <a:rPr lang="en" sz="900">
                <a:solidFill>
                  <a:srgbClr val="60A5FA"/>
                </a:solidFill>
                <a:latin typeface="Consolas"/>
              </a:rPr>
              <a:t>this</a:t>
            </a:r>
            <a:r>
              <a:rPr lang="en" sz="900">
                <a:solidFill>
                  <a:srgbClr val="94A3B8"/>
                </a:solidFill>
                <a:latin typeface="Consolas"/>
              </a:rPr>
              <a:t>.</a:t>
            </a:r>
            <a:r>
              <a:rPr lang="en" sz="900">
                <a:solidFill>
                  <a:srgbClr val="E2E8F0"/>
                </a:solidFill>
                <a:latin typeface="Consolas"/>
              </a:rPr>
              <a:t>name </a:t>
            </a:r>
            <a:r>
              <a:rPr lang="en" sz="900">
                <a:solidFill>
                  <a:srgbClr val="94A3B8"/>
                </a:solidFill>
                <a:latin typeface="Consolas"/>
              </a:rPr>
              <a:t>= </a:t>
            </a:r>
            <a:r>
              <a:rPr lang="en" sz="900">
                <a:solidFill>
                  <a:srgbClr val="E2E8F0"/>
                </a:solidFill>
                <a:latin typeface="Consolas"/>
              </a:rPr>
              <a:t>name</a:t>
            </a:r>
            <a:r>
              <a:rPr lang="en" sz="900">
                <a:solidFill>
                  <a:srgbClr val="94A3B8"/>
                </a:solidFill>
                <a:latin typeface="Consolas"/>
              </a:rPr>
              <a:t>;</a:t>
            </a:r>
          </a:p>
          <a:p>
            <a:pPr marL="0" indent="0">
              <a:spcAft>
                <a:spcPts val="200"/>
              </a:spcAft>
              <a:buNone/>
            </a:pPr>
            <a:r>
              <a:rPr lang="en" sz="900" i="1">
                <a:solidFill>
                  <a:srgbClr val="4ADE80"/>
                </a:solidFill>
                <a:latin typeface="Consolas"/>
              </a:rPr>
              <a:t>    ✓ field = parameter</a:t>
            </a:r>
          </a:p>
          <a:p>
            <a:pPr marL="0" indent="0">
              <a:buNone/>
            </a:pPr>
            <a:r>
              <a:rPr lang="en" sz="900">
                <a:solidFill>
                  <a:srgbClr val="94A3B8"/>
                </a:solidFill>
                <a:latin typeface="Consolas"/>
              </a:rPr>
              <a:t>}</a:t>
            </a:r>
          </a:p>
        </p:txBody>
      </p:sp>
      <p:sp>
        <p:nvSpPr>
          <p:cNvPr id="70" name="Card1"/>
          <p:cNvSpPr/>
          <p:nvPr/>
        </p:nvSpPr>
        <p:spPr>
          <a:xfrm>
            <a:off x="311700" y="2900000"/>
            <a:ext cx="2700000" cy="118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pic>
        <p:nvPicPr>
          <p:cNvPr id="71" name="Icon1"/>
          <p:cNvPicPr>
            <a:picLocks noChangeAspect="1"/>
          </p:cNvPicPr>
          <p:nvPr/>
        </p:nvPicPr>
        <p:blipFill>
          <a:blip r:embed="rId3"/>
          <a:stretch>
            <a:fillRect/>
          </a:stretch>
        </p:blipFill>
        <p:spPr>
          <a:xfrm>
            <a:off x="1446700" y="2960000"/>
            <a:ext cx="430000" cy="430000"/>
          </a:xfrm>
          <a:prstGeom prst="rect">
            <a:avLst/>
          </a:prstGeom>
        </p:spPr>
      </p:pic>
      <p:sp>
        <p:nvSpPr>
          <p:cNvPr id="72" name="Card1Title"/>
          <p:cNvSpPr txBox="1"/>
          <p:nvPr/>
        </p:nvSpPr>
        <p:spPr>
          <a:xfrm>
            <a:off x="361700" y="3430000"/>
            <a:ext cx="2600000" cy="230000"/>
          </a:xfrm>
          <a:prstGeom prst="rect">
            <a:avLst/>
          </a:prstGeom>
          <a:noFill/>
        </p:spPr>
        <p:txBody>
          <a:bodyPr wrap="square" lIns="0" tIns="0" rIns="0" bIns="0" anchor="ctr">
            <a:noAutofit/>
          </a:bodyPr>
          <a:lstStyle/>
          <a:p>
            <a:pPr marL="0" indent="0" algn="ctr">
              <a:buNone/>
            </a:pPr>
            <a:r>
              <a:rPr lang="en" sz="1100" b="1">
                <a:solidFill>
                  <a:schemeClr val="accent2"/>
                </a:solidFill>
                <a:latin typeface="Roboto"/>
              </a:rPr>
              <a:t>Disambiguates fields</a:t>
            </a:r>
          </a:p>
        </p:txBody>
      </p:sp>
      <p:sp>
        <p:nvSpPr>
          <p:cNvPr id="73" name="Card1Desc"/>
          <p:cNvSpPr txBox="1"/>
          <p:nvPr/>
        </p:nvSpPr>
        <p:spPr>
          <a:xfrm>
            <a:off x="431700" y="3660000"/>
            <a:ext cx="2460000" cy="380000"/>
          </a:xfrm>
          <a:prstGeom prst="rect">
            <a:avLst/>
          </a:prstGeom>
          <a:noFill/>
        </p:spPr>
        <p:txBody>
          <a:bodyPr wrap="square" lIns="0" tIns="0" rIns="0" bIns="0" anchor="t">
            <a:noAutofit/>
          </a:bodyPr>
          <a:lstStyle/>
          <a:p>
            <a:pPr marL="0" indent="0" algn="ctr">
              <a:buNone/>
            </a:pPr>
            <a:r>
              <a:rPr lang="en" sz="850">
                <a:solidFill>
                  <a:schemeClr val="dk2"/>
                </a:solidFill>
                <a:latin typeface="Roboto"/>
              </a:rPr>
              <a:t>When a parameter and a field share the same name, </a:t>
            </a:r>
            <a:r>
              <a:rPr lang="en" sz="850">
                <a:solidFill>
                  <a:schemeClr val="dk1"/>
                </a:solidFill>
                <a:latin typeface="Consolas"/>
              </a:rPr>
              <a:t>this.fieldName</a:t>
            </a:r>
            <a:r>
              <a:rPr lang="en" sz="850">
                <a:solidFill>
                  <a:schemeClr val="dk2"/>
                </a:solidFill>
                <a:latin typeface="Roboto"/>
              </a:rPr>
              <a:t> refers to the field.</a:t>
            </a:r>
          </a:p>
        </p:txBody>
      </p:sp>
      <p:sp>
        <p:nvSpPr>
          <p:cNvPr id="80" name="Card2"/>
          <p:cNvSpPr/>
          <p:nvPr/>
        </p:nvSpPr>
        <p:spPr>
          <a:xfrm>
            <a:off x="3222000" y="2900000"/>
            <a:ext cx="2700000" cy="118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pic>
        <p:nvPicPr>
          <p:cNvPr id="81" name="Icon2"/>
          <p:cNvPicPr>
            <a:picLocks noChangeAspect="1"/>
          </p:cNvPicPr>
          <p:nvPr/>
        </p:nvPicPr>
        <p:blipFill>
          <a:blip r:embed="rId4"/>
          <a:srcRect t="12000" b="23353"/>
          <a:stretch>
            <a:fillRect/>
          </a:stretch>
        </p:blipFill>
        <p:spPr>
          <a:xfrm>
            <a:off x="4357000" y="2960000"/>
            <a:ext cx="430000" cy="430000"/>
          </a:xfrm>
          <a:prstGeom prst="rect">
            <a:avLst/>
          </a:prstGeom>
        </p:spPr>
      </p:pic>
      <p:sp>
        <p:nvSpPr>
          <p:cNvPr id="82" name="Card2Title"/>
          <p:cNvSpPr txBox="1"/>
          <p:nvPr/>
        </p:nvSpPr>
        <p:spPr>
          <a:xfrm>
            <a:off x="3272000" y="3430000"/>
            <a:ext cx="2600000" cy="230000"/>
          </a:xfrm>
          <a:prstGeom prst="rect">
            <a:avLst/>
          </a:prstGeom>
          <a:noFill/>
        </p:spPr>
        <p:txBody>
          <a:bodyPr wrap="square" lIns="0" tIns="0" rIns="0" bIns="0" anchor="ctr">
            <a:noAutofit/>
          </a:bodyPr>
          <a:lstStyle/>
          <a:p>
            <a:pPr marL="0" indent="0" algn="ctr">
              <a:buNone/>
            </a:pPr>
            <a:r>
              <a:rPr lang="en" sz="1100" b="1">
                <a:solidFill>
                  <a:srgbClr val="7C3AED"/>
                </a:solidFill>
                <a:latin typeface="Roboto"/>
              </a:rPr>
              <a:t>Lives in constructors</a:t>
            </a:r>
          </a:p>
        </p:txBody>
      </p:sp>
      <p:sp>
        <p:nvSpPr>
          <p:cNvPr id="83" name="Card2Desc"/>
          <p:cNvSpPr txBox="1"/>
          <p:nvPr/>
        </p:nvSpPr>
        <p:spPr>
          <a:xfrm>
            <a:off x="3342000" y="3660000"/>
            <a:ext cx="2460000" cy="380000"/>
          </a:xfrm>
          <a:prstGeom prst="rect">
            <a:avLst/>
          </a:prstGeom>
          <a:noFill/>
        </p:spPr>
        <p:txBody>
          <a:bodyPr wrap="square" lIns="0" tIns="0" rIns="0" bIns="0" anchor="t">
            <a:noAutofit/>
          </a:bodyPr>
          <a:lstStyle/>
          <a:p>
            <a:pPr marL="0" indent="0" algn="ctr">
              <a:buNone/>
            </a:pPr>
            <a:r>
              <a:rPr lang="en" sz="850">
                <a:solidFill>
                  <a:schemeClr val="dk2"/>
                </a:solidFill>
                <a:latin typeface="Roboto"/>
              </a:rPr>
              <a:t>Most commonly seen in constructors to initialize instance variables.</a:t>
            </a:r>
          </a:p>
        </p:txBody>
      </p:sp>
      <p:sp>
        <p:nvSpPr>
          <p:cNvPr id="90" name="Card3"/>
          <p:cNvSpPr/>
          <p:nvPr/>
        </p:nvSpPr>
        <p:spPr>
          <a:xfrm>
            <a:off x="6132300" y="2900000"/>
            <a:ext cx="2700000" cy="118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pic>
        <p:nvPicPr>
          <p:cNvPr id="91" name="Icon3"/>
          <p:cNvPicPr>
            <a:picLocks noChangeAspect="1"/>
          </p:cNvPicPr>
          <p:nvPr/>
        </p:nvPicPr>
        <p:blipFill>
          <a:blip r:embed="rId5"/>
          <a:stretch>
            <a:fillRect/>
          </a:stretch>
        </p:blipFill>
        <p:spPr>
          <a:xfrm>
            <a:off x="7267300" y="2960000"/>
            <a:ext cx="430000" cy="430000"/>
          </a:xfrm>
          <a:prstGeom prst="rect">
            <a:avLst/>
          </a:prstGeom>
        </p:spPr>
      </p:pic>
      <p:sp>
        <p:nvSpPr>
          <p:cNvPr id="92" name="Card3Title"/>
          <p:cNvSpPr txBox="1"/>
          <p:nvPr/>
        </p:nvSpPr>
        <p:spPr>
          <a:xfrm>
            <a:off x="6182300" y="3430000"/>
            <a:ext cx="2600000" cy="230000"/>
          </a:xfrm>
          <a:prstGeom prst="rect">
            <a:avLst/>
          </a:prstGeom>
          <a:noFill/>
        </p:spPr>
        <p:txBody>
          <a:bodyPr wrap="square" lIns="0" tIns="0" rIns="0" bIns="0" anchor="ctr">
            <a:noAutofit/>
          </a:bodyPr>
          <a:lstStyle/>
          <a:p>
            <a:pPr marL="0" indent="0" algn="ctr">
              <a:buNone/>
            </a:pPr>
            <a:r>
              <a:rPr lang="en" sz="1100" b="1">
                <a:solidFill>
                  <a:srgbClr val="06B6D4"/>
                </a:solidFill>
                <a:latin typeface="Roboto"/>
              </a:rPr>
              <a:t>Calls sibling constructors</a:t>
            </a:r>
          </a:p>
        </p:txBody>
      </p:sp>
      <p:sp>
        <p:nvSpPr>
          <p:cNvPr id="93" name="Card3Desc"/>
          <p:cNvSpPr txBox="1"/>
          <p:nvPr/>
        </p:nvSpPr>
        <p:spPr>
          <a:xfrm>
            <a:off x="6252300" y="3660000"/>
            <a:ext cx="2460000" cy="380000"/>
          </a:xfrm>
          <a:prstGeom prst="rect">
            <a:avLst/>
          </a:prstGeom>
          <a:noFill/>
        </p:spPr>
        <p:txBody>
          <a:bodyPr wrap="square" lIns="0" tIns="0" rIns="0" bIns="0" anchor="t">
            <a:noAutofit/>
          </a:bodyPr>
          <a:lstStyle/>
          <a:p>
            <a:pPr marL="0" indent="0" algn="ctr">
              <a:buNone/>
            </a:pPr>
            <a:r>
              <a:rPr lang="en" sz="850">
                <a:solidFill>
                  <a:schemeClr val="dk1"/>
                </a:solidFill>
                <a:latin typeface="Consolas"/>
              </a:rPr>
              <a:t>this()</a:t>
            </a:r>
            <a:r>
              <a:rPr lang="en" sz="850">
                <a:solidFill>
                  <a:schemeClr val="dk2"/>
                </a:solidFill>
                <a:latin typeface="Roboto"/>
              </a:rPr>
              <a:t> can call another constructor in the same class (covered later).</a:t>
            </a:r>
          </a:p>
        </p:txBody>
      </p:sp>
      <p:sp>
        <p:nvSpPr>
          <p:cNvPr id="95" name="CalloutBox"/>
          <p:cNvSpPr/>
          <p:nvPr/>
        </p:nvSpPr>
        <p:spPr>
          <a:xfrm>
            <a:off x="311700" y="4160000"/>
            <a:ext cx="8520600" cy="470000"/>
          </a:xfrm>
          <a:prstGeom prst="roundRect">
            <a:avLst>
              <a:gd name="adj" fmla="val 16000"/>
            </a:avLst>
          </a:prstGeom>
          <a:solidFill>
            <a:schemeClr val="accent2">
              <a:alpha val="10000"/>
            </a:schemeClr>
          </a:solidFill>
          <a:ln w="9525">
            <a:solidFill>
              <a:schemeClr val="accent2">
                <a:alpha val="30000"/>
              </a:schemeClr>
            </a:solidFill>
          </a:ln>
        </p:spPr>
        <p:txBody>
          <a:bodyPr wrap="square" lIns="182880" tIns="0" rIns="182880" bIns="0" anchor="ctr">
            <a:noAutofit/>
          </a:bodyPr>
          <a:lstStyle/>
          <a:p>
            <a:pPr marL="0" indent="0" algn="ctr">
              <a:buNone/>
            </a:pPr>
            <a:r>
              <a:rPr lang="en" sz="1100" b="0">
                <a:solidFill>
                  <a:schemeClr val="dk2"/>
                </a:solidFill>
                <a:latin typeface="Roboto"/>
              </a:rPr>
              <a:t>You saw </a:t>
            </a:r>
            <a:r>
              <a:rPr lang="en" sz="1100" b="1">
                <a:solidFill>
                  <a:schemeClr val="accent2"/>
                </a:solidFill>
                <a:latin typeface="Consolas"/>
              </a:rPr>
              <a:t>this.name = name</a:t>
            </a:r>
            <a:r>
              <a:rPr lang="en" sz="1100" b="0">
                <a:solidFill>
                  <a:schemeClr val="dk2"/>
                </a:solidFill>
                <a:latin typeface="Roboto"/>
              </a:rPr>
              <a:t> on the Dog class slide — now you know exactly why it is there.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Access Modifiers</a:t>
            </a:r>
          </a:p>
        </p:txBody>
      </p:sp>
      <p:sp>
        <p:nvSpPr>
          <p:cNvPr id="9"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a:solidFill>
                  <a:schemeClr val="lt2"/>
                </a:solidFill>
                <a:latin typeface="Roboto"/>
              </a:rPr>
              <a:t>Where your code can be reached — access narrows as you move down the list.</a:t>
            </a:r>
          </a:p>
        </p:txBody>
      </p:sp>
      <p:sp>
        <p:nvSpPr>
          <p:cNvPr id="20" name="R20"/>
          <p:cNvSpPr/>
          <p:nvPr/>
        </p:nvSpPr>
        <p:spPr>
          <a:xfrm>
            <a:off x="2161700" y="1470000"/>
            <a:ext cx="6670600" cy="360000"/>
          </a:xfrm>
          <a:prstGeom prst="roundRect">
            <a:avLst>
              <a:gd name="adj" fmla="val 14000"/>
            </a:avLst>
          </a:prstGeom>
          <a:solidFill>
            <a:schemeClr val="accent2">
              <a:alpha val="9000"/>
            </a:schemeClr>
          </a:solidFill>
          <a:ln>
            <a:noFill/>
          </a:ln>
        </p:spPr>
        <p:txBody>
          <a:bodyPr/>
          <a:lstStyle/>
          <a:p>
            <a:endParaRPr/>
          </a:p>
        </p:txBody>
      </p:sp>
      <p:sp>
        <p:nvSpPr>
          <p:cNvPr id="21" name="G21"/>
          <p:cNvSpPr txBox="1"/>
          <p:nvPr/>
        </p:nvSpPr>
        <p:spPr>
          <a:xfrm>
            <a:off x="311700" y="1470000"/>
            <a:ext cx="1750000" cy="360000"/>
          </a:xfrm>
          <a:prstGeom prst="rect">
            <a:avLst/>
          </a:prstGeom>
          <a:noFill/>
        </p:spPr>
        <p:txBody>
          <a:bodyPr wrap="square" lIns="0" tIns="0" rIns="0" bIns="0" anchor="ctr" anchorCtr="0">
            <a:noAutofit/>
          </a:bodyPr>
          <a:lstStyle/>
          <a:p>
            <a:pPr marL="0" indent="0" algn="l">
              <a:buNone/>
            </a:pPr>
            <a:r>
              <a:rPr lang="en" sz="1000" b="1">
                <a:solidFill>
                  <a:schemeClr val="lt2"/>
                </a:solidFill>
                <a:latin typeface="Roboto"/>
              </a:rPr>
              <a:t>MODIFIER</a:t>
            </a:r>
          </a:p>
        </p:txBody>
      </p:sp>
      <p:sp>
        <p:nvSpPr>
          <p:cNvPr id="30" name="G30"/>
          <p:cNvSpPr txBox="1"/>
          <p:nvPr/>
        </p:nvSpPr>
        <p:spPr>
          <a:xfrm>
            <a:off x="2161700" y="1470000"/>
            <a:ext cx="1667650" cy="360000"/>
          </a:xfrm>
          <a:prstGeom prst="rect">
            <a:avLst/>
          </a:prstGeom>
          <a:noFill/>
        </p:spPr>
        <p:txBody>
          <a:bodyPr wrap="square" lIns="0" tIns="0" rIns="0" bIns="0" anchor="ctr" anchorCtr="0">
            <a:noAutofit/>
          </a:bodyPr>
          <a:lstStyle/>
          <a:p>
            <a:pPr marL="0" indent="0" algn="ctr">
              <a:buNone/>
            </a:pPr>
            <a:r>
              <a:rPr lang="en" sz="1100" b="1">
                <a:solidFill>
                  <a:schemeClr val="dk2"/>
                </a:solidFill>
                <a:latin typeface="Roboto"/>
              </a:rPr>
              <a:t>Same Class</a:t>
            </a:r>
          </a:p>
        </p:txBody>
      </p:sp>
      <p:sp>
        <p:nvSpPr>
          <p:cNvPr id="31" name="G31"/>
          <p:cNvSpPr txBox="1"/>
          <p:nvPr/>
        </p:nvSpPr>
        <p:spPr>
          <a:xfrm>
            <a:off x="3829350" y="1470000"/>
            <a:ext cx="1667650" cy="360000"/>
          </a:xfrm>
          <a:prstGeom prst="rect">
            <a:avLst/>
          </a:prstGeom>
          <a:noFill/>
        </p:spPr>
        <p:txBody>
          <a:bodyPr wrap="square" lIns="0" tIns="0" rIns="0" bIns="0" anchor="ctr" anchorCtr="0">
            <a:noAutofit/>
          </a:bodyPr>
          <a:lstStyle/>
          <a:p>
            <a:pPr marL="0" indent="0" algn="ctr">
              <a:buNone/>
            </a:pPr>
            <a:r>
              <a:rPr lang="en" sz="1100" b="1">
                <a:solidFill>
                  <a:schemeClr val="dk2"/>
                </a:solidFill>
                <a:latin typeface="Roboto"/>
              </a:rPr>
              <a:t>Same Package</a:t>
            </a:r>
          </a:p>
        </p:txBody>
      </p:sp>
      <p:sp>
        <p:nvSpPr>
          <p:cNvPr id="32" name="G32"/>
          <p:cNvSpPr txBox="1"/>
          <p:nvPr/>
        </p:nvSpPr>
        <p:spPr>
          <a:xfrm>
            <a:off x="5497000" y="1470000"/>
            <a:ext cx="1667650" cy="360000"/>
          </a:xfrm>
          <a:prstGeom prst="rect">
            <a:avLst/>
          </a:prstGeom>
          <a:noFill/>
        </p:spPr>
        <p:txBody>
          <a:bodyPr wrap="square" lIns="0" tIns="0" rIns="0" bIns="0" anchor="ctr" anchorCtr="0">
            <a:noAutofit/>
          </a:bodyPr>
          <a:lstStyle/>
          <a:p>
            <a:pPr marL="0" indent="0" algn="ctr">
              <a:buNone/>
            </a:pPr>
            <a:r>
              <a:rPr lang="en" sz="1100" b="1">
                <a:solidFill>
                  <a:schemeClr val="dk2"/>
                </a:solidFill>
                <a:latin typeface="Roboto"/>
              </a:rPr>
              <a:t>Subclasses</a:t>
            </a:r>
          </a:p>
        </p:txBody>
      </p:sp>
      <p:sp>
        <p:nvSpPr>
          <p:cNvPr id="33" name="G33"/>
          <p:cNvSpPr txBox="1"/>
          <p:nvPr/>
        </p:nvSpPr>
        <p:spPr>
          <a:xfrm>
            <a:off x="7164650" y="1470000"/>
            <a:ext cx="1667650" cy="360000"/>
          </a:xfrm>
          <a:prstGeom prst="rect">
            <a:avLst/>
          </a:prstGeom>
          <a:noFill/>
        </p:spPr>
        <p:txBody>
          <a:bodyPr wrap="square" lIns="0" tIns="0" rIns="0" bIns="0" anchor="ctr" anchorCtr="0">
            <a:noAutofit/>
          </a:bodyPr>
          <a:lstStyle/>
          <a:p>
            <a:pPr marL="0" indent="0" algn="ctr">
              <a:buNone/>
            </a:pPr>
            <a:r>
              <a:rPr lang="en" sz="1100" b="1">
                <a:solidFill>
                  <a:schemeClr val="dk2"/>
                </a:solidFill>
                <a:latin typeface="Roboto"/>
              </a:rPr>
              <a:t>Everywhere</a:t>
            </a:r>
          </a:p>
        </p:txBody>
      </p:sp>
      <p:sp>
        <p:nvSpPr>
          <p:cNvPr id="40" name="R40"/>
          <p:cNvSpPr/>
          <p:nvPr/>
        </p:nvSpPr>
        <p:spPr>
          <a:xfrm>
            <a:off x="311700" y="2460000"/>
            <a:ext cx="8520600" cy="540000"/>
          </a:xfrm>
          <a:prstGeom prst="roundRect">
            <a:avLst>
              <a:gd name="adj" fmla="val 8000"/>
            </a:avLst>
          </a:prstGeom>
          <a:solidFill>
            <a:schemeClr val="lt2">
              <a:alpha val="5000"/>
            </a:schemeClr>
          </a:solidFill>
          <a:ln>
            <a:noFill/>
          </a:ln>
        </p:spPr>
        <p:txBody>
          <a:bodyPr/>
          <a:lstStyle/>
          <a:p>
            <a:endParaRPr/>
          </a:p>
        </p:txBody>
      </p:sp>
      <p:sp>
        <p:nvSpPr>
          <p:cNvPr id="41" name="R41"/>
          <p:cNvSpPr/>
          <p:nvPr/>
        </p:nvSpPr>
        <p:spPr>
          <a:xfrm>
            <a:off x="311700" y="3580000"/>
            <a:ext cx="8520600" cy="540000"/>
          </a:xfrm>
          <a:prstGeom prst="roundRect">
            <a:avLst>
              <a:gd name="adj" fmla="val 8000"/>
            </a:avLst>
          </a:prstGeom>
          <a:solidFill>
            <a:schemeClr val="lt2">
              <a:alpha val="5000"/>
            </a:schemeClr>
          </a:solidFill>
          <a:ln>
            <a:noFill/>
          </a:ln>
        </p:spPr>
        <p:txBody>
          <a:bodyPr/>
          <a:lstStyle/>
          <a:p>
            <a:endParaRPr/>
          </a:p>
        </p:txBody>
      </p:sp>
      <p:sp>
        <p:nvSpPr>
          <p:cNvPr id="100" name="R100"/>
          <p:cNvSpPr/>
          <p:nvPr/>
        </p:nvSpPr>
        <p:spPr>
          <a:xfrm>
            <a:off x="311700" y="1980000"/>
            <a:ext cx="1750000" cy="380000"/>
          </a:xfrm>
          <a:prstGeom prst="roundRect">
            <a:avLst>
              <a:gd name="adj" fmla="val 26000"/>
            </a:avLst>
          </a:prstGeom>
          <a:solidFill>
            <a:schemeClr val="accent2"/>
          </a:solidFill>
          <a:ln>
            <a:noFill/>
          </a:ln>
        </p:spPr>
        <p:txBody>
          <a:bodyPr/>
          <a:lstStyle/>
          <a:p>
            <a:endParaRPr/>
          </a:p>
        </p:txBody>
      </p:sp>
      <p:sp>
        <p:nvSpPr>
          <p:cNvPr id="101" name="G101"/>
          <p:cNvSpPr txBox="1"/>
          <p:nvPr/>
        </p:nvSpPr>
        <p:spPr>
          <a:xfrm>
            <a:off x="311700" y="1980000"/>
            <a:ext cx="1750000" cy="380000"/>
          </a:xfrm>
          <a:prstGeom prst="rect">
            <a:avLst/>
          </a:prstGeom>
          <a:noFill/>
        </p:spPr>
        <p:txBody>
          <a:bodyPr wrap="square" lIns="0" tIns="0" rIns="0" bIns="0" anchor="ctr" anchorCtr="0">
            <a:noAutofit/>
          </a:bodyPr>
          <a:lstStyle/>
          <a:p>
            <a:pPr marL="0" indent="0" algn="ctr">
              <a:buNone/>
            </a:pPr>
            <a:r>
              <a:rPr lang="en" sz="1300" b="1">
                <a:solidFill>
                  <a:schemeClr val="lt1"/>
                </a:solidFill>
                <a:latin typeface="Consolas"/>
              </a:rPr>
              <a:t>public</a:t>
            </a:r>
          </a:p>
        </p:txBody>
      </p:sp>
      <p:sp>
        <p:nvSpPr>
          <p:cNvPr id="102" name="E102"/>
          <p:cNvSpPr/>
          <p:nvPr/>
        </p:nvSpPr>
        <p:spPr>
          <a:xfrm>
            <a:off x="2835525" y="2010000"/>
            <a:ext cx="320000" cy="320000"/>
          </a:xfrm>
          <a:prstGeom prst="ellipse">
            <a:avLst/>
          </a:prstGeom>
          <a:solidFill>
            <a:schemeClr val="accent2"/>
          </a:solidFill>
          <a:ln>
            <a:noFill/>
          </a:ln>
        </p:spPr>
        <p:txBody>
          <a:bodyPr/>
          <a:lstStyle/>
          <a:p>
            <a:endParaRPr/>
          </a:p>
        </p:txBody>
      </p:sp>
      <p:sp>
        <p:nvSpPr>
          <p:cNvPr id="103" name="G103"/>
          <p:cNvSpPr txBox="1"/>
          <p:nvPr/>
        </p:nvSpPr>
        <p:spPr>
          <a:xfrm>
            <a:off x="2835525" y="2004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a:t>
            </a:r>
          </a:p>
        </p:txBody>
      </p:sp>
      <p:sp>
        <p:nvSpPr>
          <p:cNvPr id="104" name="E104"/>
          <p:cNvSpPr/>
          <p:nvPr/>
        </p:nvSpPr>
        <p:spPr>
          <a:xfrm>
            <a:off x="4503175" y="2010000"/>
            <a:ext cx="320000" cy="320000"/>
          </a:xfrm>
          <a:prstGeom prst="ellipse">
            <a:avLst/>
          </a:prstGeom>
          <a:solidFill>
            <a:schemeClr val="accent2"/>
          </a:solidFill>
          <a:ln>
            <a:noFill/>
          </a:ln>
        </p:spPr>
        <p:txBody>
          <a:bodyPr/>
          <a:lstStyle/>
          <a:p>
            <a:endParaRPr/>
          </a:p>
        </p:txBody>
      </p:sp>
      <p:sp>
        <p:nvSpPr>
          <p:cNvPr id="105" name="G105"/>
          <p:cNvSpPr txBox="1"/>
          <p:nvPr/>
        </p:nvSpPr>
        <p:spPr>
          <a:xfrm>
            <a:off x="4503175" y="2004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a:t>
            </a:r>
          </a:p>
        </p:txBody>
      </p:sp>
      <p:sp>
        <p:nvSpPr>
          <p:cNvPr id="106" name="E106"/>
          <p:cNvSpPr/>
          <p:nvPr/>
        </p:nvSpPr>
        <p:spPr>
          <a:xfrm>
            <a:off x="6170825" y="2010000"/>
            <a:ext cx="320000" cy="320000"/>
          </a:xfrm>
          <a:prstGeom prst="ellipse">
            <a:avLst/>
          </a:prstGeom>
          <a:solidFill>
            <a:schemeClr val="accent2"/>
          </a:solidFill>
          <a:ln>
            <a:noFill/>
          </a:ln>
        </p:spPr>
        <p:txBody>
          <a:bodyPr/>
          <a:lstStyle/>
          <a:p>
            <a:endParaRPr/>
          </a:p>
        </p:txBody>
      </p:sp>
      <p:sp>
        <p:nvSpPr>
          <p:cNvPr id="107" name="G107"/>
          <p:cNvSpPr txBox="1"/>
          <p:nvPr/>
        </p:nvSpPr>
        <p:spPr>
          <a:xfrm>
            <a:off x="6170825" y="2004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a:t>
            </a:r>
          </a:p>
        </p:txBody>
      </p:sp>
      <p:sp>
        <p:nvSpPr>
          <p:cNvPr id="108" name="E108"/>
          <p:cNvSpPr/>
          <p:nvPr/>
        </p:nvSpPr>
        <p:spPr>
          <a:xfrm>
            <a:off x="7838475" y="2010000"/>
            <a:ext cx="320000" cy="320000"/>
          </a:xfrm>
          <a:prstGeom prst="ellipse">
            <a:avLst/>
          </a:prstGeom>
          <a:solidFill>
            <a:schemeClr val="accent2"/>
          </a:solidFill>
          <a:ln>
            <a:noFill/>
          </a:ln>
        </p:spPr>
        <p:txBody>
          <a:bodyPr/>
          <a:lstStyle/>
          <a:p>
            <a:endParaRPr/>
          </a:p>
        </p:txBody>
      </p:sp>
      <p:sp>
        <p:nvSpPr>
          <p:cNvPr id="109" name="G109"/>
          <p:cNvSpPr txBox="1"/>
          <p:nvPr/>
        </p:nvSpPr>
        <p:spPr>
          <a:xfrm>
            <a:off x="7838475" y="2004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a:t>
            </a:r>
          </a:p>
        </p:txBody>
      </p:sp>
      <p:sp>
        <p:nvSpPr>
          <p:cNvPr id="110" name="R110"/>
          <p:cNvSpPr/>
          <p:nvPr/>
        </p:nvSpPr>
        <p:spPr>
          <a:xfrm>
            <a:off x="311700" y="2540000"/>
            <a:ext cx="1750000" cy="380000"/>
          </a:xfrm>
          <a:prstGeom prst="roundRect">
            <a:avLst>
              <a:gd name="adj" fmla="val 26000"/>
            </a:avLst>
          </a:prstGeom>
          <a:solidFill>
            <a:schemeClr val="accent3"/>
          </a:solidFill>
          <a:ln>
            <a:noFill/>
          </a:ln>
        </p:spPr>
        <p:txBody>
          <a:bodyPr/>
          <a:lstStyle/>
          <a:p>
            <a:endParaRPr/>
          </a:p>
        </p:txBody>
      </p:sp>
      <p:sp>
        <p:nvSpPr>
          <p:cNvPr id="111" name="G111"/>
          <p:cNvSpPr txBox="1"/>
          <p:nvPr/>
        </p:nvSpPr>
        <p:spPr>
          <a:xfrm>
            <a:off x="311700" y="2540000"/>
            <a:ext cx="1750000" cy="380000"/>
          </a:xfrm>
          <a:prstGeom prst="rect">
            <a:avLst/>
          </a:prstGeom>
          <a:noFill/>
        </p:spPr>
        <p:txBody>
          <a:bodyPr wrap="square" lIns="0" tIns="0" rIns="0" bIns="0" anchor="ctr" anchorCtr="0">
            <a:noAutofit/>
          </a:bodyPr>
          <a:lstStyle/>
          <a:p>
            <a:pPr marL="0" indent="0" algn="ctr">
              <a:buNone/>
            </a:pPr>
            <a:r>
              <a:rPr lang="en" sz="1300" b="1">
                <a:solidFill>
                  <a:schemeClr val="lt1"/>
                </a:solidFill>
                <a:latin typeface="Consolas"/>
              </a:rPr>
              <a:t>protected</a:t>
            </a:r>
          </a:p>
        </p:txBody>
      </p:sp>
      <p:sp>
        <p:nvSpPr>
          <p:cNvPr id="112" name="E112"/>
          <p:cNvSpPr/>
          <p:nvPr/>
        </p:nvSpPr>
        <p:spPr>
          <a:xfrm>
            <a:off x="2835525" y="2570000"/>
            <a:ext cx="320000" cy="320000"/>
          </a:xfrm>
          <a:prstGeom prst="ellipse">
            <a:avLst/>
          </a:prstGeom>
          <a:solidFill>
            <a:schemeClr val="accent3"/>
          </a:solidFill>
          <a:ln>
            <a:noFill/>
          </a:ln>
        </p:spPr>
        <p:txBody>
          <a:bodyPr/>
          <a:lstStyle/>
          <a:p>
            <a:endParaRPr/>
          </a:p>
        </p:txBody>
      </p:sp>
      <p:sp>
        <p:nvSpPr>
          <p:cNvPr id="113" name="G113"/>
          <p:cNvSpPr txBox="1"/>
          <p:nvPr/>
        </p:nvSpPr>
        <p:spPr>
          <a:xfrm>
            <a:off x="2835525" y="2564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a:t>
            </a:r>
          </a:p>
        </p:txBody>
      </p:sp>
      <p:sp>
        <p:nvSpPr>
          <p:cNvPr id="114" name="E114"/>
          <p:cNvSpPr/>
          <p:nvPr/>
        </p:nvSpPr>
        <p:spPr>
          <a:xfrm>
            <a:off x="4503175" y="2570000"/>
            <a:ext cx="320000" cy="320000"/>
          </a:xfrm>
          <a:prstGeom prst="ellipse">
            <a:avLst/>
          </a:prstGeom>
          <a:solidFill>
            <a:schemeClr val="accent3"/>
          </a:solidFill>
          <a:ln>
            <a:noFill/>
          </a:ln>
        </p:spPr>
        <p:txBody>
          <a:bodyPr/>
          <a:lstStyle/>
          <a:p>
            <a:endParaRPr/>
          </a:p>
        </p:txBody>
      </p:sp>
      <p:sp>
        <p:nvSpPr>
          <p:cNvPr id="115" name="G115"/>
          <p:cNvSpPr txBox="1"/>
          <p:nvPr/>
        </p:nvSpPr>
        <p:spPr>
          <a:xfrm>
            <a:off x="4503175" y="2564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a:t>
            </a:r>
          </a:p>
        </p:txBody>
      </p:sp>
      <p:sp>
        <p:nvSpPr>
          <p:cNvPr id="116" name="E116"/>
          <p:cNvSpPr/>
          <p:nvPr/>
        </p:nvSpPr>
        <p:spPr>
          <a:xfrm>
            <a:off x="6170825" y="2570000"/>
            <a:ext cx="320000" cy="320000"/>
          </a:xfrm>
          <a:prstGeom prst="ellipse">
            <a:avLst/>
          </a:prstGeom>
          <a:solidFill>
            <a:schemeClr val="accent3"/>
          </a:solidFill>
          <a:ln>
            <a:noFill/>
          </a:ln>
        </p:spPr>
        <p:txBody>
          <a:bodyPr/>
          <a:lstStyle/>
          <a:p>
            <a:endParaRPr/>
          </a:p>
        </p:txBody>
      </p:sp>
      <p:sp>
        <p:nvSpPr>
          <p:cNvPr id="117" name="G117"/>
          <p:cNvSpPr txBox="1"/>
          <p:nvPr/>
        </p:nvSpPr>
        <p:spPr>
          <a:xfrm>
            <a:off x="6170825" y="2564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a:t>
            </a:r>
          </a:p>
        </p:txBody>
      </p:sp>
      <p:sp>
        <p:nvSpPr>
          <p:cNvPr id="118" name="E118"/>
          <p:cNvSpPr/>
          <p:nvPr/>
        </p:nvSpPr>
        <p:spPr>
          <a:xfrm>
            <a:off x="7908475" y="2640000"/>
            <a:ext cx="180000" cy="180000"/>
          </a:xfrm>
          <a:prstGeom prst="ellipse">
            <a:avLst/>
          </a:prstGeom>
          <a:noFill/>
          <a:ln w="19050">
            <a:solidFill>
              <a:schemeClr val="lt2">
                <a:alpha val="35000"/>
              </a:schemeClr>
            </a:solidFill>
          </a:ln>
        </p:spPr>
        <p:txBody>
          <a:bodyPr/>
          <a:lstStyle/>
          <a:p>
            <a:endParaRPr/>
          </a:p>
        </p:txBody>
      </p:sp>
      <p:sp>
        <p:nvSpPr>
          <p:cNvPr id="119" name="R119"/>
          <p:cNvSpPr/>
          <p:nvPr/>
        </p:nvSpPr>
        <p:spPr>
          <a:xfrm>
            <a:off x="311700" y="3100000"/>
            <a:ext cx="1750000" cy="380000"/>
          </a:xfrm>
          <a:prstGeom prst="roundRect">
            <a:avLst>
              <a:gd name="adj" fmla="val 26000"/>
            </a:avLst>
          </a:prstGeom>
          <a:solidFill>
            <a:schemeClr val="accent6"/>
          </a:solidFill>
          <a:ln>
            <a:noFill/>
          </a:ln>
        </p:spPr>
        <p:txBody>
          <a:bodyPr/>
          <a:lstStyle/>
          <a:p>
            <a:endParaRPr/>
          </a:p>
        </p:txBody>
      </p:sp>
      <p:sp>
        <p:nvSpPr>
          <p:cNvPr id="120" name="G120"/>
          <p:cNvSpPr txBox="1"/>
          <p:nvPr/>
        </p:nvSpPr>
        <p:spPr>
          <a:xfrm>
            <a:off x="311700" y="3100000"/>
            <a:ext cx="1750000" cy="380000"/>
          </a:xfrm>
          <a:prstGeom prst="rect">
            <a:avLst/>
          </a:prstGeom>
          <a:noFill/>
        </p:spPr>
        <p:txBody>
          <a:bodyPr wrap="square" lIns="0" tIns="0" rIns="0" bIns="0" anchor="ctr" anchorCtr="0">
            <a:noAutofit/>
          </a:bodyPr>
          <a:lstStyle/>
          <a:p>
            <a:pPr marL="0" indent="0" algn="ctr">
              <a:buNone/>
            </a:pPr>
            <a:r>
              <a:rPr lang="en" sz="1300" b="1">
                <a:solidFill>
                  <a:schemeClr val="lt1"/>
                </a:solidFill>
                <a:latin typeface="Consolas"/>
              </a:rPr>
              <a:t>package</a:t>
            </a:r>
          </a:p>
        </p:txBody>
      </p:sp>
      <p:sp>
        <p:nvSpPr>
          <p:cNvPr id="121" name="E121"/>
          <p:cNvSpPr/>
          <p:nvPr/>
        </p:nvSpPr>
        <p:spPr>
          <a:xfrm>
            <a:off x="2835525" y="3130000"/>
            <a:ext cx="320000" cy="320000"/>
          </a:xfrm>
          <a:prstGeom prst="ellipse">
            <a:avLst/>
          </a:prstGeom>
          <a:solidFill>
            <a:schemeClr val="accent6"/>
          </a:solidFill>
          <a:ln>
            <a:noFill/>
          </a:ln>
        </p:spPr>
        <p:txBody>
          <a:bodyPr/>
          <a:lstStyle/>
          <a:p>
            <a:endParaRPr/>
          </a:p>
        </p:txBody>
      </p:sp>
      <p:sp>
        <p:nvSpPr>
          <p:cNvPr id="122" name="G122"/>
          <p:cNvSpPr txBox="1"/>
          <p:nvPr/>
        </p:nvSpPr>
        <p:spPr>
          <a:xfrm>
            <a:off x="2835525" y="3124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a:t>
            </a:r>
          </a:p>
        </p:txBody>
      </p:sp>
      <p:sp>
        <p:nvSpPr>
          <p:cNvPr id="123" name="E123"/>
          <p:cNvSpPr/>
          <p:nvPr/>
        </p:nvSpPr>
        <p:spPr>
          <a:xfrm>
            <a:off x="4503175" y="3130000"/>
            <a:ext cx="320000" cy="320000"/>
          </a:xfrm>
          <a:prstGeom prst="ellipse">
            <a:avLst/>
          </a:prstGeom>
          <a:solidFill>
            <a:schemeClr val="accent6"/>
          </a:solidFill>
          <a:ln>
            <a:noFill/>
          </a:ln>
        </p:spPr>
        <p:txBody>
          <a:bodyPr/>
          <a:lstStyle/>
          <a:p>
            <a:endParaRPr/>
          </a:p>
        </p:txBody>
      </p:sp>
      <p:sp>
        <p:nvSpPr>
          <p:cNvPr id="124" name="G124"/>
          <p:cNvSpPr txBox="1"/>
          <p:nvPr/>
        </p:nvSpPr>
        <p:spPr>
          <a:xfrm>
            <a:off x="4503175" y="3124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a:t>
            </a:r>
          </a:p>
        </p:txBody>
      </p:sp>
      <p:sp>
        <p:nvSpPr>
          <p:cNvPr id="125" name="E125"/>
          <p:cNvSpPr/>
          <p:nvPr/>
        </p:nvSpPr>
        <p:spPr>
          <a:xfrm>
            <a:off x="6240825" y="3200000"/>
            <a:ext cx="180000" cy="180000"/>
          </a:xfrm>
          <a:prstGeom prst="ellipse">
            <a:avLst/>
          </a:prstGeom>
          <a:noFill/>
          <a:ln w="19050">
            <a:solidFill>
              <a:schemeClr val="lt2">
                <a:alpha val="35000"/>
              </a:schemeClr>
            </a:solidFill>
          </a:ln>
        </p:spPr>
        <p:txBody>
          <a:bodyPr/>
          <a:lstStyle/>
          <a:p>
            <a:endParaRPr/>
          </a:p>
        </p:txBody>
      </p:sp>
      <p:sp>
        <p:nvSpPr>
          <p:cNvPr id="126" name="E126"/>
          <p:cNvSpPr/>
          <p:nvPr/>
        </p:nvSpPr>
        <p:spPr>
          <a:xfrm>
            <a:off x="7908475" y="3200000"/>
            <a:ext cx="180000" cy="180000"/>
          </a:xfrm>
          <a:prstGeom prst="ellipse">
            <a:avLst/>
          </a:prstGeom>
          <a:noFill/>
          <a:ln w="19050">
            <a:solidFill>
              <a:schemeClr val="lt2">
                <a:alpha val="35000"/>
              </a:schemeClr>
            </a:solidFill>
          </a:ln>
        </p:spPr>
        <p:txBody>
          <a:bodyPr/>
          <a:lstStyle/>
          <a:p>
            <a:endParaRPr/>
          </a:p>
        </p:txBody>
      </p:sp>
      <p:sp>
        <p:nvSpPr>
          <p:cNvPr id="127" name="R127"/>
          <p:cNvSpPr/>
          <p:nvPr/>
        </p:nvSpPr>
        <p:spPr>
          <a:xfrm>
            <a:off x="311700" y="3660000"/>
            <a:ext cx="1750000" cy="380000"/>
          </a:xfrm>
          <a:prstGeom prst="roundRect">
            <a:avLst>
              <a:gd name="adj" fmla="val 26000"/>
            </a:avLst>
          </a:prstGeom>
          <a:solidFill>
            <a:schemeClr val="accent5"/>
          </a:solidFill>
          <a:ln>
            <a:noFill/>
          </a:ln>
        </p:spPr>
        <p:txBody>
          <a:bodyPr/>
          <a:lstStyle/>
          <a:p>
            <a:endParaRPr/>
          </a:p>
        </p:txBody>
      </p:sp>
      <p:sp>
        <p:nvSpPr>
          <p:cNvPr id="128" name="G128"/>
          <p:cNvSpPr txBox="1"/>
          <p:nvPr/>
        </p:nvSpPr>
        <p:spPr>
          <a:xfrm>
            <a:off x="311700" y="3660000"/>
            <a:ext cx="1750000" cy="380000"/>
          </a:xfrm>
          <a:prstGeom prst="rect">
            <a:avLst/>
          </a:prstGeom>
          <a:noFill/>
        </p:spPr>
        <p:txBody>
          <a:bodyPr wrap="square" lIns="0" tIns="0" rIns="0" bIns="0" anchor="ctr" anchorCtr="0">
            <a:noAutofit/>
          </a:bodyPr>
          <a:lstStyle/>
          <a:p>
            <a:pPr marL="0" indent="0" algn="ctr">
              <a:buNone/>
            </a:pPr>
            <a:r>
              <a:rPr lang="en" sz="1300" b="1">
                <a:solidFill>
                  <a:schemeClr val="lt1"/>
                </a:solidFill>
                <a:latin typeface="Consolas"/>
              </a:rPr>
              <a:t>private</a:t>
            </a:r>
          </a:p>
        </p:txBody>
      </p:sp>
      <p:sp>
        <p:nvSpPr>
          <p:cNvPr id="129" name="E129"/>
          <p:cNvSpPr/>
          <p:nvPr/>
        </p:nvSpPr>
        <p:spPr>
          <a:xfrm>
            <a:off x="2835525" y="3690000"/>
            <a:ext cx="320000" cy="320000"/>
          </a:xfrm>
          <a:prstGeom prst="ellipse">
            <a:avLst/>
          </a:prstGeom>
          <a:solidFill>
            <a:schemeClr val="accent5"/>
          </a:solidFill>
          <a:ln>
            <a:noFill/>
          </a:ln>
        </p:spPr>
        <p:txBody>
          <a:bodyPr/>
          <a:lstStyle/>
          <a:p>
            <a:endParaRPr/>
          </a:p>
        </p:txBody>
      </p:sp>
      <p:sp>
        <p:nvSpPr>
          <p:cNvPr id="130" name="G130"/>
          <p:cNvSpPr txBox="1"/>
          <p:nvPr/>
        </p:nvSpPr>
        <p:spPr>
          <a:xfrm>
            <a:off x="2835525" y="3684000"/>
            <a:ext cx="320000" cy="32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Roboto"/>
              </a:rPr>
              <a:t>✓</a:t>
            </a:r>
          </a:p>
        </p:txBody>
      </p:sp>
      <p:sp>
        <p:nvSpPr>
          <p:cNvPr id="131" name="E131"/>
          <p:cNvSpPr/>
          <p:nvPr/>
        </p:nvSpPr>
        <p:spPr>
          <a:xfrm>
            <a:off x="4573175" y="3760000"/>
            <a:ext cx="180000" cy="180000"/>
          </a:xfrm>
          <a:prstGeom prst="ellipse">
            <a:avLst/>
          </a:prstGeom>
          <a:noFill/>
          <a:ln w="19050">
            <a:solidFill>
              <a:schemeClr val="lt2">
                <a:alpha val="35000"/>
              </a:schemeClr>
            </a:solidFill>
          </a:ln>
        </p:spPr>
        <p:txBody>
          <a:bodyPr/>
          <a:lstStyle/>
          <a:p>
            <a:endParaRPr/>
          </a:p>
        </p:txBody>
      </p:sp>
      <p:sp>
        <p:nvSpPr>
          <p:cNvPr id="132" name="E132"/>
          <p:cNvSpPr/>
          <p:nvPr/>
        </p:nvSpPr>
        <p:spPr>
          <a:xfrm>
            <a:off x="6240825" y="3760000"/>
            <a:ext cx="180000" cy="180000"/>
          </a:xfrm>
          <a:prstGeom prst="ellipse">
            <a:avLst/>
          </a:prstGeom>
          <a:noFill/>
          <a:ln w="19050">
            <a:solidFill>
              <a:schemeClr val="lt2">
                <a:alpha val="35000"/>
              </a:schemeClr>
            </a:solidFill>
          </a:ln>
        </p:spPr>
        <p:txBody>
          <a:bodyPr/>
          <a:lstStyle/>
          <a:p>
            <a:endParaRPr/>
          </a:p>
        </p:txBody>
      </p:sp>
      <p:sp>
        <p:nvSpPr>
          <p:cNvPr id="133" name="E133"/>
          <p:cNvSpPr/>
          <p:nvPr/>
        </p:nvSpPr>
        <p:spPr>
          <a:xfrm>
            <a:off x="7908475" y="3760000"/>
            <a:ext cx="180000" cy="180000"/>
          </a:xfrm>
          <a:prstGeom prst="ellipse">
            <a:avLst/>
          </a:prstGeom>
          <a:noFill/>
          <a:ln w="19050">
            <a:solidFill>
              <a:schemeClr val="lt2">
                <a:alpha val="35000"/>
              </a:schemeClr>
            </a:solidFill>
          </a:ln>
        </p:spPr>
        <p:txBody>
          <a:bodyPr/>
          <a:lstStyle/>
          <a:p>
            <a:endParaRPr/>
          </a:p>
        </p:txBody>
      </p:sp>
      <p:sp>
        <p:nvSpPr>
          <p:cNvPr id="300" name="R300"/>
          <p:cNvSpPr/>
          <p:nvPr/>
        </p:nvSpPr>
        <p:spPr>
          <a:xfrm>
            <a:off x="311700" y="4270000"/>
            <a:ext cx="8520600" cy="330000"/>
          </a:xfrm>
          <a:prstGeom prst="roundRect">
            <a:avLst>
              <a:gd name="adj" fmla="val 20000"/>
            </a:avLst>
          </a:prstGeom>
          <a:solidFill>
            <a:schemeClr val="accent2">
              <a:alpha val="10000"/>
            </a:schemeClr>
          </a:solidFill>
          <a:ln>
            <a:noFill/>
          </a:ln>
        </p:spPr>
        <p:txBody>
          <a:bodyPr/>
          <a:lstStyle/>
          <a:p>
            <a:endParaRPr/>
          </a:p>
        </p:txBody>
      </p:sp>
      <p:sp>
        <p:nvSpPr>
          <p:cNvPr id="301" name="Take"/>
          <p:cNvSpPr txBox="1"/>
          <p:nvPr/>
        </p:nvSpPr>
        <p:spPr>
          <a:xfrm>
            <a:off x="311700" y="4270000"/>
            <a:ext cx="8520600" cy="330000"/>
          </a:xfrm>
          <a:prstGeom prst="roundRect">
            <a:avLst>
              <a:gd name="adj" fmla="val 20000"/>
            </a:avLst>
          </a:prstGeom>
          <a:noFill/>
        </p:spPr>
        <p:txBody>
          <a:bodyPr wrap="square" lIns="137160" tIns="0" rIns="137160" bIns="0" anchor="ctr">
            <a:noAutofit/>
          </a:bodyPr>
          <a:lstStyle/>
          <a:p>
            <a:pPr marL="0" indent="0" algn="ctr">
              <a:buNone/>
            </a:pPr>
            <a:r>
              <a:rPr lang="en" sz="1200" b="1">
                <a:solidFill>
                  <a:schemeClr val="accent2"/>
                </a:solidFill>
                <a:latin typeface="Roboto"/>
              </a:rPr>
              <a:t>Encapsulation tip — </a:t>
            </a:r>
            <a:r>
              <a:rPr lang="en" sz="1200" b="0">
                <a:solidFill>
                  <a:schemeClr val="dk2"/>
                </a:solidFill>
                <a:latin typeface="Roboto"/>
              </a:rPr>
              <a:t>keep fields private, expose behavior through public methods.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Objects</a:t>
            </a:r>
          </a:p>
        </p:txBody>
      </p:sp>
      <p:sp>
        <p:nvSpPr>
          <p:cNvPr id="9"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a:solidFill>
                  <a:schemeClr val="lt2"/>
                </a:solidFill>
                <a:latin typeface="Roboto"/>
              </a:rPr>
              <a:t>One class is a blueprint — each object is a live instance with its own data.</a:t>
            </a:r>
          </a:p>
        </p:txBody>
      </p:sp>
      <p:sp>
        <p:nvSpPr>
          <p:cNvPr id="70" name="Card70"/>
          <p:cNvSpPr/>
          <p:nvPr/>
        </p:nvSpPr>
        <p:spPr>
          <a:xfrm>
            <a:off x="311700" y="1560000"/>
            <a:ext cx="3050000" cy="266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71" name="R71"/>
          <p:cNvSpPr/>
          <p:nvPr/>
        </p:nvSpPr>
        <p:spPr>
          <a:xfrm>
            <a:off x="431700" y="1680000"/>
            <a:ext cx="2810000" cy="430000"/>
          </a:xfrm>
          <a:prstGeom prst="roundRect">
            <a:avLst>
              <a:gd name="adj" fmla="val 16000"/>
            </a:avLst>
          </a:prstGeom>
          <a:solidFill>
            <a:schemeClr val="accent2"/>
          </a:solidFill>
          <a:ln>
            <a:noFill/>
          </a:ln>
        </p:spPr>
        <p:txBody>
          <a:bodyPr/>
          <a:lstStyle/>
          <a:p>
            <a:endParaRPr/>
          </a:p>
        </p:txBody>
      </p:sp>
      <p:sp>
        <p:nvSpPr>
          <p:cNvPr id="72" name="G72"/>
          <p:cNvSpPr txBox="1"/>
          <p:nvPr/>
        </p:nvSpPr>
        <p:spPr>
          <a:xfrm>
            <a:off x="431700" y="1680000"/>
            <a:ext cx="2810000" cy="430000"/>
          </a:xfrm>
          <a:prstGeom prst="rect">
            <a:avLst/>
          </a:prstGeom>
          <a:noFill/>
        </p:spPr>
        <p:txBody>
          <a:bodyPr wrap="square" lIns="0" tIns="0" rIns="0" bIns="0" anchor="ctr" anchorCtr="0">
            <a:noAutofit/>
          </a:bodyPr>
          <a:lstStyle/>
          <a:p>
            <a:pPr marL="0" indent="0" algn="ctr">
              <a:buNone/>
            </a:pPr>
            <a:r>
              <a:rPr lang="en" sz="1500" b="1">
                <a:solidFill>
                  <a:schemeClr val="lt1"/>
                </a:solidFill>
                <a:latin typeface="Consolas"/>
              </a:rPr>
              <a:t>class Dog</a:t>
            </a:r>
          </a:p>
        </p:txBody>
      </p:sp>
      <p:sp>
        <p:nvSpPr>
          <p:cNvPr id="73" name="Eyebrow"/>
          <p:cNvSpPr txBox="1"/>
          <p:nvPr/>
        </p:nvSpPr>
        <p:spPr>
          <a:xfrm>
            <a:off x="461700" y="2220000"/>
            <a:ext cx="2750000" cy="200000"/>
          </a:xfrm>
          <a:prstGeom prst="rect">
            <a:avLst/>
          </a:prstGeom>
          <a:noFill/>
        </p:spPr>
        <p:txBody>
          <a:bodyPr wrap="square" lIns="0" tIns="0" rIns="0" bIns="0" anchor="t">
            <a:noAutofit/>
          </a:bodyPr>
          <a:lstStyle/>
          <a:p>
            <a:pPr marL="0" indent="0">
              <a:buNone/>
            </a:pPr>
            <a:r>
              <a:rPr lang="en" sz="1000" b="1" spc="180">
                <a:solidFill>
                  <a:schemeClr val="accent2"/>
                </a:solidFill>
                <a:latin typeface="Roboto"/>
              </a:rPr>
              <a:t>BLUEPRINT</a:t>
            </a:r>
          </a:p>
        </p:txBody>
      </p:sp>
      <p:sp>
        <p:nvSpPr>
          <p:cNvPr id="74" name="TB74"/>
          <p:cNvSpPr txBox="1"/>
          <p:nvPr/>
        </p:nvSpPr>
        <p:spPr>
          <a:xfrm>
            <a:off x="461700" y="2460000"/>
            <a:ext cx="2750000" cy="760000"/>
          </a:xfrm>
          <a:prstGeom prst="rect">
            <a:avLst/>
          </a:prstGeom>
          <a:noFill/>
        </p:spPr>
        <p:txBody>
          <a:bodyPr wrap="square" lIns="0" tIns="0" rIns="0" bIns="0" anchor="t">
            <a:noAutofit/>
          </a:bodyPr>
          <a:lstStyle/>
          <a:p>
            <a:pPr marL="0" indent="0" algn="l">
              <a:spcAft>
                <a:spcPts val="200"/>
              </a:spcAft>
              <a:buNone/>
            </a:pPr>
            <a:r>
              <a:rPr lang="en" sz="900" b="1">
                <a:solidFill>
                  <a:schemeClr val="lt2"/>
                </a:solidFill>
                <a:latin typeface="Roboto"/>
              </a:rPr>
              <a:t>FIELDS</a:t>
            </a:r>
          </a:p>
          <a:p>
            <a:pPr marL="0" indent="0" algn="l">
              <a:spcAft>
                <a:spcPts val="60"/>
              </a:spcAft>
              <a:buNone/>
            </a:pPr>
            <a:r>
              <a:rPr lang="en" sz="1150" b="0">
                <a:solidFill>
                  <a:schemeClr val="dk2"/>
                </a:solidFill>
                <a:latin typeface="Consolas"/>
              </a:rPr>
              <a:t>String name</a:t>
            </a:r>
          </a:p>
          <a:p>
            <a:pPr marL="0" indent="0" algn="l">
              <a:spcAft>
                <a:spcPts val="60"/>
              </a:spcAft>
              <a:buNone/>
            </a:pPr>
            <a:r>
              <a:rPr lang="en" sz="1150" b="0">
                <a:solidFill>
                  <a:schemeClr val="dk2"/>
                </a:solidFill>
                <a:latin typeface="Consolas"/>
              </a:rPr>
              <a:t>String breed</a:t>
            </a:r>
          </a:p>
          <a:p>
            <a:pPr marL="0" indent="0" algn="l">
              <a:buNone/>
            </a:pPr>
            <a:r>
              <a:rPr lang="en" sz="1150" b="0">
                <a:solidFill>
                  <a:schemeClr val="dk2"/>
                </a:solidFill>
                <a:latin typeface="Consolas"/>
              </a:rPr>
              <a:t>int age</a:t>
            </a:r>
          </a:p>
        </p:txBody>
      </p:sp>
      <p:sp>
        <p:nvSpPr>
          <p:cNvPr id="75" name="R75"/>
          <p:cNvSpPr/>
          <p:nvPr/>
        </p:nvSpPr>
        <p:spPr>
          <a:xfrm>
            <a:off x="461700" y="3340000"/>
            <a:ext cx="2750000" cy="12000"/>
          </a:xfrm>
          <a:prstGeom prst="rect">
            <a:avLst/>
          </a:prstGeom>
          <a:solidFill>
            <a:schemeClr val="lt2">
              <a:alpha val="30000"/>
            </a:schemeClr>
          </a:solidFill>
          <a:ln>
            <a:noFill/>
          </a:ln>
        </p:spPr>
        <p:txBody>
          <a:bodyPr/>
          <a:lstStyle/>
          <a:p>
            <a:endParaRPr/>
          </a:p>
        </p:txBody>
      </p:sp>
      <p:sp>
        <p:nvSpPr>
          <p:cNvPr id="76" name="TB76"/>
          <p:cNvSpPr txBox="1"/>
          <p:nvPr/>
        </p:nvSpPr>
        <p:spPr>
          <a:xfrm>
            <a:off x="461700" y="3440000"/>
            <a:ext cx="2750000" cy="620000"/>
          </a:xfrm>
          <a:prstGeom prst="rect">
            <a:avLst/>
          </a:prstGeom>
          <a:noFill/>
        </p:spPr>
        <p:txBody>
          <a:bodyPr wrap="square" lIns="0" tIns="0" rIns="0" bIns="0" anchor="t">
            <a:noAutofit/>
          </a:bodyPr>
          <a:lstStyle/>
          <a:p>
            <a:pPr marL="0" indent="0" algn="l">
              <a:spcAft>
                <a:spcPts val="200"/>
              </a:spcAft>
              <a:buNone/>
            </a:pPr>
            <a:r>
              <a:rPr lang="en" sz="900" b="1">
                <a:solidFill>
                  <a:schemeClr val="lt2"/>
                </a:solidFill>
                <a:latin typeface="Roboto"/>
              </a:rPr>
              <a:t>METHODS</a:t>
            </a:r>
          </a:p>
          <a:p>
            <a:pPr marL="0" indent="0" algn="l">
              <a:spcAft>
                <a:spcPts val="60"/>
              </a:spcAft>
              <a:buNone/>
            </a:pPr>
            <a:r>
              <a:rPr lang="en" sz="1150" b="0">
                <a:solidFill>
                  <a:schemeClr val="accent2"/>
                </a:solidFill>
                <a:latin typeface="Consolas"/>
              </a:rPr>
              <a:t>bark()</a:t>
            </a:r>
          </a:p>
          <a:p>
            <a:pPr marL="0" indent="0" algn="l">
              <a:buNone/>
            </a:pPr>
            <a:r>
              <a:rPr lang="en" sz="1150" b="0">
                <a:solidFill>
                  <a:schemeClr val="accent2"/>
                </a:solidFill>
                <a:latin typeface="Consolas"/>
              </a:rPr>
              <a:t>fetch()</a:t>
            </a:r>
          </a:p>
        </p:txBody>
      </p:sp>
      <p:sp>
        <p:nvSpPr>
          <p:cNvPr id="80" name="G80"/>
          <p:cNvSpPr txBox="1"/>
          <p:nvPr/>
        </p:nvSpPr>
        <p:spPr>
          <a:xfrm>
            <a:off x="3401700" y="2560000"/>
            <a:ext cx="760000" cy="220000"/>
          </a:xfrm>
          <a:prstGeom prst="rect">
            <a:avLst/>
          </a:prstGeom>
          <a:noFill/>
        </p:spPr>
        <p:txBody>
          <a:bodyPr wrap="square" lIns="0" tIns="0" rIns="0" bIns="0" anchor="ctr" anchorCtr="0">
            <a:noAutofit/>
          </a:bodyPr>
          <a:lstStyle/>
          <a:p>
            <a:pPr marL="0" indent="0" algn="ctr">
              <a:buNone/>
            </a:pPr>
            <a:r>
              <a:rPr lang="en" sz="1050" b="1">
                <a:solidFill>
                  <a:schemeClr val="dk2"/>
                </a:solidFill>
                <a:latin typeface="Consolas"/>
              </a:rPr>
              <a:t>new Dog()</a:t>
            </a:r>
          </a:p>
        </p:txBody>
      </p:sp>
      <p:sp>
        <p:nvSpPr>
          <p:cNvPr id="81" name="Arrow"/>
          <p:cNvSpPr/>
          <p:nvPr/>
        </p:nvSpPr>
        <p:spPr>
          <a:xfrm>
            <a:off x="3421700" y="2820000"/>
            <a:ext cx="680000" cy="200000"/>
          </a:xfrm>
          <a:prstGeom prst="rightArrow">
            <a:avLst>
              <a:gd name="adj1" fmla="val 55000"/>
              <a:gd name="adj2" fmla="val 55000"/>
            </a:avLst>
          </a:prstGeom>
          <a:solidFill>
            <a:schemeClr val="accent2"/>
          </a:solidFill>
          <a:ln>
            <a:noFill/>
          </a:ln>
        </p:spPr>
        <p:txBody>
          <a:bodyPr/>
          <a:lstStyle/>
          <a:p>
            <a:endParaRPr/>
          </a:p>
        </p:txBody>
      </p:sp>
      <p:sp>
        <p:nvSpPr>
          <p:cNvPr id="90" name="Card90"/>
          <p:cNvSpPr/>
          <p:nvPr/>
        </p:nvSpPr>
        <p:spPr>
          <a:xfrm>
            <a:off x="4181700" y="1560000"/>
            <a:ext cx="4650600" cy="128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91" name="R91"/>
          <p:cNvSpPr/>
          <p:nvPr/>
        </p:nvSpPr>
        <p:spPr>
          <a:xfrm>
            <a:off x="4291700" y="1670000"/>
            <a:ext cx="4430600" cy="380000"/>
          </a:xfrm>
          <a:prstGeom prst="roundRect">
            <a:avLst>
              <a:gd name="adj" fmla="val 18000"/>
            </a:avLst>
          </a:prstGeom>
          <a:solidFill>
            <a:schemeClr val="accent3"/>
          </a:solidFill>
          <a:ln>
            <a:noFill/>
          </a:ln>
        </p:spPr>
        <p:txBody>
          <a:bodyPr/>
          <a:lstStyle/>
          <a:p>
            <a:endParaRPr/>
          </a:p>
        </p:txBody>
      </p:sp>
      <p:sp>
        <p:nvSpPr>
          <p:cNvPr id="92" name="G92"/>
          <p:cNvSpPr txBox="1"/>
          <p:nvPr/>
        </p:nvSpPr>
        <p:spPr>
          <a:xfrm>
            <a:off x="4291700" y="1670000"/>
            <a:ext cx="4430600" cy="38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Consolas"/>
              </a:rPr>
              <a:t>rex : Dog</a:t>
            </a:r>
          </a:p>
        </p:txBody>
      </p:sp>
      <p:sp>
        <p:nvSpPr>
          <p:cNvPr id="93" name="TB93"/>
          <p:cNvSpPr txBox="1"/>
          <p:nvPr/>
        </p:nvSpPr>
        <p:spPr>
          <a:xfrm>
            <a:off x="4331700" y="2170000"/>
            <a:ext cx="4350600" cy="560000"/>
          </a:xfrm>
          <a:prstGeom prst="rect">
            <a:avLst/>
          </a:prstGeom>
          <a:noFill/>
        </p:spPr>
        <p:txBody>
          <a:bodyPr wrap="square" lIns="0" tIns="0" rIns="0" bIns="0" anchor="t">
            <a:noAutofit/>
          </a:bodyPr>
          <a:lstStyle/>
          <a:p>
            <a:pPr marL="0" indent="0" algn="l">
              <a:spcAft>
                <a:spcPts val="40"/>
              </a:spcAft>
              <a:buNone/>
            </a:pPr>
            <a:r>
              <a:rPr lang="en" sz="1100" b="0">
                <a:solidFill>
                  <a:schemeClr val="lt2"/>
                </a:solidFill>
                <a:latin typeface="Consolas"/>
              </a:rPr>
              <a:t>name = </a:t>
            </a:r>
            <a:r>
              <a:rPr lang="en" sz="1100" b="1">
                <a:solidFill>
                  <a:schemeClr val="dk2"/>
                </a:solidFill>
                <a:latin typeface="Consolas"/>
              </a:rPr>
              <a:t>"Rex"</a:t>
            </a:r>
          </a:p>
          <a:p>
            <a:pPr marL="0" indent="0" algn="l">
              <a:spcAft>
                <a:spcPts val="40"/>
              </a:spcAft>
              <a:buNone/>
            </a:pPr>
            <a:r>
              <a:rPr lang="en" sz="1100" b="0">
                <a:solidFill>
                  <a:schemeClr val="lt2"/>
                </a:solidFill>
                <a:latin typeface="Consolas"/>
              </a:rPr>
              <a:t>breed = </a:t>
            </a:r>
            <a:r>
              <a:rPr lang="en" sz="1100" b="1">
                <a:solidFill>
                  <a:schemeClr val="dk2"/>
                </a:solidFill>
                <a:latin typeface="Consolas"/>
              </a:rPr>
              <a:t>"Boxer"</a:t>
            </a:r>
          </a:p>
          <a:p>
            <a:pPr marL="0" indent="0" algn="l">
              <a:buNone/>
            </a:pPr>
            <a:r>
              <a:rPr lang="en" sz="1100" b="0">
                <a:solidFill>
                  <a:schemeClr val="lt2"/>
                </a:solidFill>
                <a:latin typeface="Consolas"/>
              </a:rPr>
              <a:t>age = </a:t>
            </a:r>
            <a:r>
              <a:rPr lang="en" sz="1100" b="1">
                <a:solidFill>
                  <a:schemeClr val="dk2"/>
                </a:solidFill>
                <a:latin typeface="Consolas"/>
              </a:rPr>
              <a:t>4</a:t>
            </a:r>
          </a:p>
        </p:txBody>
      </p:sp>
      <p:sp>
        <p:nvSpPr>
          <p:cNvPr id="95" name="Card95"/>
          <p:cNvSpPr/>
          <p:nvPr/>
        </p:nvSpPr>
        <p:spPr>
          <a:xfrm>
            <a:off x="4181700" y="2940000"/>
            <a:ext cx="4650600" cy="128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96" name="R96"/>
          <p:cNvSpPr/>
          <p:nvPr/>
        </p:nvSpPr>
        <p:spPr>
          <a:xfrm>
            <a:off x="4291700" y="3050000"/>
            <a:ext cx="4430600" cy="380000"/>
          </a:xfrm>
          <a:prstGeom prst="roundRect">
            <a:avLst>
              <a:gd name="adj" fmla="val 18000"/>
            </a:avLst>
          </a:prstGeom>
          <a:solidFill>
            <a:schemeClr val="accent5"/>
          </a:solidFill>
          <a:ln>
            <a:noFill/>
          </a:ln>
        </p:spPr>
        <p:txBody>
          <a:bodyPr/>
          <a:lstStyle/>
          <a:p>
            <a:endParaRPr/>
          </a:p>
        </p:txBody>
      </p:sp>
      <p:sp>
        <p:nvSpPr>
          <p:cNvPr id="97" name="G97"/>
          <p:cNvSpPr txBox="1"/>
          <p:nvPr/>
        </p:nvSpPr>
        <p:spPr>
          <a:xfrm>
            <a:off x="4291700" y="3050000"/>
            <a:ext cx="4430600" cy="380000"/>
          </a:xfrm>
          <a:prstGeom prst="rect">
            <a:avLst/>
          </a:prstGeom>
          <a:noFill/>
        </p:spPr>
        <p:txBody>
          <a:bodyPr wrap="square" lIns="0" tIns="0" rIns="0" bIns="0" anchor="ctr" anchorCtr="0">
            <a:noAutofit/>
          </a:bodyPr>
          <a:lstStyle/>
          <a:p>
            <a:pPr marL="0" indent="0" algn="ctr">
              <a:buNone/>
            </a:pPr>
            <a:r>
              <a:rPr lang="en" sz="1400" b="1">
                <a:solidFill>
                  <a:schemeClr val="lt1"/>
                </a:solidFill>
                <a:latin typeface="Consolas"/>
              </a:rPr>
              <a:t>bella : Dog</a:t>
            </a:r>
          </a:p>
        </p:txBody>
      </p:sp>
      <p:sp>
        <p:nvSpPr>
          <p:cNvPr id="98" name="TB98"/>
          <p:cNvSpPr txBox="1"/>
          <p:nvPr/>
        </p:nvSpPr>
        <p:spPr>
          <a:xfrm>
            <a:off x="4331700" y="3550000"/>
            <a:ext cx="4350600" cy="560000"/>
          </a:xfrm>
          <a:prstGeom prst="rect">
            <a:avLst/>
          </a:prstGeom>
          <a:noFill/>
        </p:spPr>
        <p:txBody>
          <a:bodyPr wrap="square" lIns="0" tIns="0" rIns="0" bIns="0" anchor="t">
            <a:noAutofit/>
          </a:bodyPr>
          <a:lstStyle/>
          <a:p>
            <a:pPr marL="0" indent="0" algn="l">
              <a:spcAft>
                <a:spcPts val="40"/>
              </a:spcAft>
              <a:buNone/>
            </a:pPr>
            <a:r>
              <a:rPr lang="en" sz="1100" b="0">
                <a:solidFill>
                  <a:schemeClr val="lt2"/>
                </a:solidFill>
                <a:latin typeface="Consolas"/>
              </a:rPr>
              <a:t>name = </a:t>
            </a:r>
            <a:r>
              <a:rPr lang="en" sz="1100" b="1">
                <a:solidFill>
                  <a:schemeClr val="dk2"/>
                </a:solidFill>
                <a:latin typeface="Consolas"/>
              </a:rPr>
              <a:t>"Bella"</a:t>
            </a:r>
          </a:p>
          <a:p>
            <a:pPr marL="0" indent="0" algn="l">
              <a:spcAft>
                <a:spcPts val="40"/>
              </a:spcAft>
              <a:buNone/>
            </a:pPr>
            <a:r>
              <a:rPr lang="en" sz="1100" b="0">
                <a:solidFill>
                  <a:schemeClr val="lt2"/>
                </a:solidFill>
                <a:latin typeface="Consolas"/>
              </a:rPr>
              <a:t>breed = </a:t>
            </a:r>
            <a:r>
              <a:rPr lang="en" sz="1100" b="1">
                <a:solidFill>
                  <a:schemeClr val="dk2"/>
                </a:solidFill>
                <a:latin typeface="Consolas"/>
              </a:rPr>
              <a:t>"Poodle"</a:t>
            </a:r>
          </a:p>
          <a:p>
            <a:pPr marL="0" indent="0" algn="l">
              <a:buNone/>
            </a:pPr>
            <a:r>
              <a:rPr lang="en" sz="1100" b="0">
                <a:solidFill>
                  <a:schemeClr val="lt2"/>
                </a:solidFill>
                <a:latin typeface="Consolas"/>
              </a:rPr>
              <a:t>age = </a:t>
            </a:r>
            <a:r>
              <a:rPr lang="en" sz="1100" b="1">
                <a:solidFill>
                  <a:schemeClr val="dk2"/>
                </a:solidFill>
                <a:latin typeface="Consolas"/>
              </a:rPr>
              <a:t>2</a:t>
            </a:r>
          </a:p>
        </p:txBody>
      </p:sp>
      <p:sp>
        <p:nvSpPr>
          <p:cNvPr id="300" name="R300"/>
          <p:cNvSpPr/>
          <p:nvPr/>
        </p:nvSpPr>
        <p:spPr>
          <a:xfrm>
            <a:off x="311700" y="4330000"/>
            <a:ext cx="8520600" cy="330000"/>
          </a:xfrm>
          <a:prstGeom prst="roundRect">
            <a:avLst>
              <a:gd name="adj" fmla="val 20000"/>
            </a:avLst>
          </a:prstGeom>
          <a:solidFill>
            <a:schemeClr val="accent3">
              <a:alpha val="10000"/>
            </a:schemeClr>
          </a:solidFill>
          <a:ln>
            <a:noFill/>
          </a:ln>
        </p:spPr>
        <p:txBody>
          <a:bodyPr/>
          <a:lstStyle/>
          <a:p>
            <a:endParaRPr/>
          </a:p>
        </p:txBody>
      </p:sp>
      <p:sp>
        <p:nvSpPr>
          <p:cNvPr id="301" name="TB301"/>
          <p:cNvSpPr txBox="1"/>
          <p:nvPr/>
        </p:nvSpPr>
        <p:spPr>
          <a:xfrm>
            <a:off x="448860" y="4330000"/>
            <a:ext cx="8246280" cy="330000"/>
          </a:xfrm>
          <a:prstGeom prst="rect">
            <a:avLst/>
          </a:prstGeom>
          <a:noFill/>
        </p:spPr>
        <p:txBody>
          <a:bodyPr wrap="square" lIns="0" tIns="0" rIns="0" bIns="0" anchor="ctr">
            <a:noAutofit/>
          </a:bodyPr>
          <a:lstStyle/>
          <a:p>
            <a:pPr marL="0" indent="0" algn="ctr">
              <a:buNone/>
            </a:pPr>
            <a:r>
              <a:rPr lang="en" sz="1200" b="1">
                <a:solidFill>
                  <a:schemeClr val="accent3"/>
                </a:solidFill>
                <a:latin typeface="Roboto"/>
              </a:rPr>
              <a:t>A class is a custom type — </a:t>
            </a:r>
            <a:r>
              <a:rPr lang="en" sz="1200" b="0">
                <a:solidFill>
                  <a:schemeClr val="dk2"/>
                </a:solidFill>
                <a:latin typeface="Roboto"/>
              </a:rPr>
              <a:t>it extends the language's built-in types (int, String, char) with your own.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null and NullPointerException</a:t>
            </a:r>
          </a:p>
        </p:txBody>
      </p:sp>
      <p:sp>
        <p:nvSpPr>
          <p:cNvPr id="10" name="DefinitionBand"/>
          <p:cNvSpPr/>
          <p:nvPr/>
        </p:nvSpPr>
        <p:spPr>
          <a:xfrm>
            <a:off x="311700" y="1030000"/>
            <a:ext cx="8520600" cy="500000"/>
          </a:xfrm>
          <a:prstGeom prst="roundRect">
            <a:avLst>
              <a:gd name="adj" fmla="val 14000"/>
            </a:avLst>
          </a:prstGeom>
          <a:solidFill>
            <a:schemeClr val="accent2">
              <a:alpha val="10000"/>
            </a:schemeClr>
          </a:solidFill>
          <a:ln>
            <a:noFill/>
          </a:ln>
        </p:spPr>
        <p:txBody>
          <a:bodyPr wrap="square" lIns="228600" tIns="0" rIns="228600" bIns="0" anchor="ctr">
            <a:noAutofit/>
          </a:bodyPr>
          <a:lstStyle/>
          <a:p>
            <a:pPr marL="0" indent="0" algn="ctr">
              <a:buNone/>
            </a:pPr>
            <a:r>
              <a:rPr lang="en" sz="1450" b="1">
                <a:solidFill>
                  <a:schemeClr val="accent2"/>
                </a:solidFill>
                <a:latin typeface="Consolas"/>
              </a:rPr>
              <a:t>null</a:t>
            </a:r>
            <a:r>
              <a:rPr lang="en" sz="1450" b="0">
                <a:solidFill>
                  <a:schemeClr val="dk2"/>
                </a:solidFill>
                <a:latin typeface="Roboto"/>
              </a:rPr>
              <a:t> means a reference variable exists but points to no object.</a:t>
            </a:r>
          </a:p>
        </p:txBody>
      </p:sp>
      <p:sp>
        <p:nvSpPr>
          <p:cNvPr id="20" name="SetupLabel"/>
          <p:cNvSpPr txBox="1"/>
          <p:nvPr/>
        </p:nvSpPr>
        <p:spPr>
          <a:xfrm>
            <a:off x="311700" y="1600000"/>
            <a:ext cx="4140000" cy="230000"/>
          </a:xfrm>
          <a:prstGeom prst="rect">
            <a:avLst/>
          </a:prstGeom>
          <a:noFill/>
        </p:spPr>
        <p:txBody>
          <a:bodyPr wrap="square" lIns="0" tIns="0" rIns="0" bIns="0" anchor="ctr">
            <a:noAutofit/>
          </a:bodyPr>
          <a:lstStyle/>
          <a:p>
            <a:pPr marL="0" indent="0" algn="l">
              <a:buNone/>
            </a:pPr>
            <a:r>
              <a:rPr lang="en" sz="1100" b="1">
                <a:solidFill>
                  <a:schemeClr val="accent2"/>
                </a:solidFill>
                <a:latin typeface="Roboto"/>
              </a:rPr>
              <a:t>The setup</a:t>
            </a:r>
          </a:p>
        </p:txBody>
      </p:sp>
      <p:sp>
        <p:nvSpPr>
          <p:cNvPr id="21" name="DangerLabel"/>
          <p:cNvSpPr txBox="1"/>
          <p:nvPr/>
        </p:nvSpPr>
        <p:spPr>
          <a:xfrm>
            <a:off x="4691700" y="1600000"/>
            <a:ext cx="4140600" cy="230000"/>
          </a:xfrm>
          <a:prstGeom prst="rect">
            <a:avLst/>
          </a:prstGeom>
          <a:noFill/>
        </p:spPr>
        <p:txBody>
          <a:bodyPr wrap="square" lIns="0" tIns="0" rIns="0" bIns="0" anchor="ctr">
            <a:noAutofit/>
          </a:bodyPr>
          <a:lstStyle/>
          <a:p>
            <a:pPr marL="0" indent="0" algn="l">
              <a:buNone/>
            </a:pPr>
            <a:r>
              <a:rPr lang="en" sz="1100" b="1">
                <a:solidFill>
                  <a:srgbClr val="DC2626"/>
                </a:solidFill>
                <a:latin typeface="Roboto"/>
              </a:rPr>
              <a:t>The danger</a:t>
            </a:r>
          </a:p>
        </p:txBody>
      </p:sp>
      <p:sp>
        <p:nvSpPr>
          <p:cNvPr id="30" name="LeftCodePanel"/>
          <p:cNvSpPr/>
          <p:nvPr/>
        </p:nvSpPr>
        <p:spPr>
          <a:xfrm>
            <a:off x="311700" y="1880000"/>
            <a:ext cx="4140000" cy="820000"/>
          </a:xfrm>
          <a:prstGeom prst="roundRect">
            <a:avLst>
              <a:gd name="adj" fmla="val 6000"/>
            </a:avLst>
          </a:prstGeom>
          <a:solidFill>
            <a:srgbClr val="1E293B"/>
          </a:solidFill>
          <a:ln w="9525">
            <a:solidFill>
              <a:srgbClr val="334155"/>
            </a:solidFill>
          </a:ln>
        </p:spPr>
        <p:txBody>
          <a:bodyPr/>
          <a:lstStyle/>
          <a:p>
            <a:endParaRPr/>
          </a:p>
        </p:txBody>
      </p:sp>
      <p:sp>
        <p:nvSpPr>
          <p:cNvPr id="31" name="LDot1"/>
          <p:cNvSpPr/>
          <p:nvPr/>
        </p:nvSpPr>
        <p:spPr>
          <a:xfrm>
            <a:off x="461700" y="1975000"/>
            <a:ext cx="80000" cy="80000"/>
          </a:xfrm>
          <a:prstGeom prst="ellipse">
            <a:avLst/>
          </a:prstGeom>
          <a:solidFill>
            <a:srgbClr val="EF4444"/>
          </a:solidFill>
          <a:ln>
            <a:noFill/>
          </a:ln>
        </p:spPr>
        <p:txBody>
          <a:bodyPr/>
          <a:lstStyle/>
          <a:p>
            <a:endParaRPr/>
          </a:p>
        </p:txBody>
      </p:sp>
      <p:sp>
        <p:nvSpPr>
          <p:cNvPr id="32" name="LDot2"/>
          <p:cNvSpPr/>
          <p:nvPr/>
        </p:nvSpPr>
        <p:spPr>
          <a:xfrm>
            <a:off x="591700" y="1975000"/>
            <a:ext cx="80000" cy="80000"/>
          </a:xfrm>
          <a:prstGeom prst="ellipse">
            <a:avLst/>
          </a:prstGeom>
          <a:solidFill>
            <a:srgbClr val="F59E0B"/>
          </a:solidFill>
          <a:ln>
            <a:noFill/>
          </a:ln>
        </p:spPr>
        <p:txBody>
          <a:bodyPr/>
          <a:lstStyle/>
          <a:p>
            <a:endParaRPr/>
          </a:p>
        </p:txBody>
      </p:sp>
      <p:sp>
        <p:nvSpPr>
          <p:cNvPr id="33" name="LDot3"/>
          <p:cNvSpPr/>
          <p:nvPr/>
        </p:nvSpPr>
        <p:spPr>
          <a:xfrm>
            <a:off x="721700" y="1975000"/>
            <a:ext cx="80000" cy="80000"/>
          </a:xfrm>
          <a:prstGeom prst="ellipse">
            <a:avLst/>
          </a:prstGeom>
          <a:solidFill>
            <a:srgbClr val="22C55E"/>
          </a:solidFill>
          <a:ln>
            <a:noFill/>
          </a:ln>
        </p:spPr>
        <p:txBody>
          <a:bodyPr/>
          <a:lstStyle/>
          <a:p>
            <a:endParaRPr/>
          </a:p>
        </p:txBody>
      </p:sp>
      <p:sp>
        <p:nvSpPr>
          <p:cNvPr id="36" name="LCode"/>
          <p:cNvSpPr txBox="1"/>
          <p:nvPr/>
        </p:nvSpPr>
        <p:spPr>
          <a:xfrm>
            <a:off x="461700" y="2130000"/>
            <a:ext cx="3840000" cy="530000"/>
          </a:xfrm>
          <a:prstGeom prst="rect">
            <a:avLst/>
          </a:prstGeom>
          <a:noFill/>
        </p:spPr>
        <p:txBody>
          <a:bodyPr wrap="square" lIns="0" tIns="0" rIns="0" bIns="0" anchor="t">
            <a:noAutofit/>
          </a:bodyPr>
          <a:lstStyle/>
          <a:p>
            <a:pPr marL="0" indent="0">
              <a:spcAft>
                <a:spcPts val="300"/>
              </a:spcAft>
              <a:buNone/>
            </a:pPr>
            <a:r>
              <a:rPr lang="en" sz="800">
                <a:solidFill>
                  <a:srgbClr val="4EC9B0"/>
                </a:solidFill>
                <a:latin typeface="Consolas"/>
              </a:rPr>
              <a:t>Dog</a:t>
            </a:r>
            <a:r>
              <a:rPr lang="en" sz="800">
                <a:solidFill>
                  <a:srgbClr val="E2E8F0"/>
                </a:solidFill>
                <a:latin typeface="Consolas"/>
              </a:rPr>
              <a:t> rex</a:t>
            </a:r>
            <a:r>
              <a:rPr lang="en" sz="800">
                <a:solidFill>
                  <a:srgbClr val="94A3B8"/>
                </a:solidFill>
                <a:latin typeface="Consolas"/>
              </a:rPr>
              <a:t>;  </a:t>
            </a:r>
            <a:r>
              <a:rPr lang="en" sz="800" i="1">
                <a:solidFill>
                  <a:srgbClr val="6A9955"/>
                </a:solidFill>
                <a:latin typeface="Consolas"/>
              </a:rPr>
              <a:t>// declared — no Dog created</a:t>
            </a:r>
          </a:p>
          <a:p>
            <a:pPr marL="0" indent="0">
              <a:spcAft>
                <a:spcPts val="300"/>
              </a:spcAft>
              <a:buNone/>
            </a:pPr>
            <a:r>
              <a:rPr lang="en" sz="800">
                <a:solidFill>
                  <a:srgbClr val="E2E8F0"/>
                </a:solidFill>
                <a:latin typeface="Consolas"/>
              </a:rPr>
              <a:t>rex </a:t>
            </a:r>
            <a:r>
              <a:rPr lang="en" sz="800">
                <a:solidFill>
                  <a:srgbClr val="94A3B8"/>
                </a:solidFill>
                <a:latin typeface="Consolas"/>
              </a:rPr>
              <a:t>= </a:t>
            </a:r>
            <a:r>
              <a:rPr lang="en" sz="800">
                <a:solidFill>
                  <a:srgbClr val="60A5FA"/>
                </a:solidFill>
                <a:latin typeface="Consolas"/>
              </a:rPr>
              <a:t>null</a:t>
            </a:r>
            <a:r>
              <a:rPr lang="en" sz="800">
                <a:solidFill>
                  <a:srgbClr val="94A3B8"/>
                </a:solidFill>
                <a:latin typeface="Consolas"/>
              </a:rPr>
              <a:t>;  </a:t>
            </a:r>
            <a:r>
              <a:rPr lang="en" sz="800" i="1">
                <a:solidFill>
                  <a:srgbClr val="6A9955"/>
                </a:solidFill>
                <a:latin typeface="Consolas"/>
              </a:rPr>
              <a:t>// explicitly nothing</a:t>
            </a:r>
          </a:p>
          <a:p>
            <a:pPr marL="0" indent="0">
              <a:buNone/>
            </a:pPr>
            <a:r>
              <a:rPr lang="en" sz="800">
                <a:solidFill>
                  <a:srgbClr val="4EC9B0"/>
                </a:solidFill>
                <a:latin typeface="Consolas"/>
              </a:rPr>
              <a:t>Dog</a:t>
            </a:r>
            <a:r>
              <a:rPr lang="en" sz="800">
                <a:solidFill>
                  <a:srgbClr val="E2E8F0"/>
                </a:solidFill>
                <a:latin typeface="Consolas"/>
              </a:rPr>
              <a:t> bella </a:t>
            </a:r>
            <a:r>
              <a:rPr lang="en" sz="800">
                <a:solidFill>
                  <a:srgbClr val="94A3B8"/>
                </a:solidFill>
                <a:latin typeface="Consolas"/>
              </a:rPr>
              <a:t>= </a:t>
            </a:r>
            <a:r>
              <a:rPr lang="en" sz="800">
                <a:solidFill>
                  <a:srgbClr val="60A5FA"/>
                </a:solidFill>
                <a:latin typeface="Consolas"/>
              </a:rPr>
              <a:t>new </a:t>
            </a:r>
            <a:r>
              <a:rPr lang="en" sz="800">
                <a:solidFill>
                  <a:srgbClr val="4EC9B0"/>
                </a:solidFill>
                <a:latin typeface="Consolas"/>
              </a:rPr>
              <a:t>Dog</a:t>
            </a:r>
            <a:r>
              <a:rPr lang="en" sz="800">
                <a:solidFill>
                  <a:srgbClr val="94A3B8"/>
                </a:solidFill>
                <a:latin typeface="Consolas"/>
              </a:rPr>
              <a:t>(</a:t>
            </a:r>
            <a:r>
              <a:rPr lang="en" sz="800">
                <a:solidFill>
                  <a:srgbClr val="CE9178"/>
                </a:solidFill>
                <a:latin typeface="Consolas"/>
              </a:rPr>
              <a:t>"Bella"</a:t>
            </a:r>
            <a:r>
              <a:rPr lang="en" sz="800">
                <a:solidFill>
                  <a:srgbClr val="94A3B8"/>
                </a:solidFill>
                <a:latin typeface="Consolas"/>
              </a:rPr>
              <a:t>);  </a:t>
            </a:r>
            <a:r>
              <a:rPr lang="en" sz="800" i="1">
                <a:solidFill>
                  <a:srgbClr val="6A9955"/>
                </a:solidFill>
                <a:latin typeface="Consolas"/>
              </a:rPr>
              <a:t>// real object</a:t>
            </a:r>
          </a:p>
        </p:txBody>
      </p:sp>
      <p:sp>
        <p:nvSpPr>
          <p:cNvPr id="50" name="RightCodePanel"/>
          <p:cNvSpPr/>
          <p:nvPr/>
        </p:nvSpPr>
        <p:spPr>
          <a:xfrm>
            <a:off x="4691700" y="1880000"/>
            <a:ext cx="4140600" cy="820000"/>
          </a:xfrm>
          <a:prstGeom prst="roundRect">
            <a:avLst>
              <a:gd name="adj" fmla="val 6000"/>
            </a:avLst>
          </a:prstGeom>
          <a:solidFill>
            <a:srgbClr val="1E293B"/>
          </a:solidFill>
          <a:ln w="9525">
            <a:solidFill>
              <a:srgbClr val="334155"/>
            </a:solidFill>
          </a:ln>
        </p:spPr>
        <p:txBody>
          <a:bodyPr/>
          <a:lstStyle/>
          <a:p>
            <a:endParaRPr/>
          </a:p>
        </p:txBody>
      </p:sp>
      <p:sp>
        <p:nvSpPr>
          <p:cNvPr id="51" name="RDot1"/>
          <p:cNvSpPr/>
          <p:nvPr/>
        </p:nvSpPr>
        <p:spPr>
          <a:xfrm>
            <a:off x="4841700" y="1975000"/>
            <a:ext cx="80000" cy="80000"/>
          </a:xfrm>
          <a:prstGeom prst="ellipse">
            <a:avLst/>
          </a:prstGeom>
          <a:solidFill>
            <a:srgbClr val="EF4444"/>
          </a:solidFill>
          <a:ln>
            <a:noFill/>
          </a:ln>
        </p:spPr>
        <p:txBody>
          <a:bodyPr/>
          <a:lstStyle/>
          <a:p>
            <a:endParaRPr/>
          </a:p>
        </p:txBody>
      </p:sp>
      <p:sp>
        <p:nvSpPr>
          <p:cNvPr id="52" name="RDot2"/>
          <p:cNvSpPr/>
          <p:nvPr/>
        </p:nvSpPr>
        <p:spPr>
          <a:xfrm>
            <a:off x="4971700" y="1975000"/>
            <a:ext cx="80000" cy="80000"/>
          </a:xfrm>
          <a:prstGeom prst="ellipse">
            <a:avLst/>
          </a:prstGeom>
          <a:solidFill>
            <a:srgbClr val="F59E0B"/>
          </a:solidFill>
          <a:ln>
            <a:noFill/>
          </a:ln>
        </p:spPr>
        <p:txBody>
          <a:bodyPr/>
          <a:lstStyle/>
          <a:p>
            <a:endParaRPr/>
          </a:p>
        </p:txBody>
      </p:sp>
      <p:sp>
        <p:nvSpPr>
          <p:cNvPr id="53" name="RDot3"/>
          <p:cNvSpPr/>
          <p:nvPr/>
        </p:nvSpPr>
        <p:spPr>
          <a:xfrm>
            <a:off x="5101700" y="1975000"/>
            <a:ext cx="80000" cy="80000"/>
          </a:xfrm>
          <a:prstGeom prst="ellipse">
            <a:avLst/>
          </a:prstGeom>
          <a:solidFill>
            <a:srgbClr val="22C55E"/>
          </a:solidFill>
          <a:ln>
            <a:noFill/>
          </a:ln>
        </p:spPr>
        <p:txBody>
          <a:bodyPr/>
          <a:lstStyle/>
          <a:p>
            <a:endParaRPr/>
          </a:p>
        </p:txBody>
      </p:sp>
      <p:sp>
        <p:nvSpPr>
          <p:cNvPr id="56" name="RCode"/>
          <p:cNvSpPr txBox="1"/>
          <p:nvPr/>
        </p:nvSpPr>
        <p:spPr>
          <a:xfrm>
            <a:off x="4841700" y="2130000"/>
            <a:ext cx="3840600" cy="530000"/>
          </a:xfrm>
          <a:prstGeom prst="rect">
            <a:avLst/>
          </a:prstGeom>
          <a:noFill/>
        </p:spPr>
        <p:txBody>
          <a:bodyPr wrap="square" lIns="0" tIns="0" rIns="0" bIns="0" anchor="t">
            <a:noAutofit/>
          </a:bodyPr>
          <a:lstStyle/>
          <a:p>
            <a:pPr marL="0" indent="0">
              <a:spcAft>
                <a:spcPts val="300"/>
              </a:spcAft>
              <a:buNone/>
            </a:pPr>
            <a:r>
              <a:rPr lang="en" sz="800">
                <a:solidFill>
                  <a:srgbClr val="4EC9B0"/>
                </a:solidFill>
                <a:latin typeface="Consolas"/>
              </a:rPr>
              <a:t>Dog</a:t>
            </a:r>
            <a:r>
              <a:rPr lang="en" sz="800">
                <a:solidFill>
                  <a:srgbClr val="E2E8F0"/>
                </a:solidFill>
                <a:latin typeface="Consolas"/>
              </a:rPr>
              <a:t> rex</a:t>
            </a:r>
            <a:r>
              <a:rPr lang="en" sz="800">
                <a:solidFill>
                  <a:srgbClr val="94A3B8"/>
                </a:solidFill>
                <a:latin typeface="Consolas"/>
              </a:rPr>
              <a:t>;</a:t>
            </a:r>
          </a:p>
          <a:p>
            <a:pPr marL="0" indent="0">
              <a:spcAft>
                <a:spcPts val="300"/>
              </a:spcAft>
              <a:buNone/>
            </a:pPr>
            <a:r>
              <a:rPr lang="en" sz="800">
                <a:solidFill>
                  <a:srgbClr val="E2E8F0"/>
                </a:solidFill>
                <a:latin typeface="Consolas"/>
              </a:rPr>
              <a:t>System</a:t>
            </a:r>
            <a:r>
              <a:rPr lang="en" sz="800">
                <a:solidFill>
                  <a:srgbClr val="94A3B8"/>
                </a:solidFill>
                <a:latin typeface="Consolas"/>
              </a:rPr>
              <a:t>.</a:t>
            </a:r>
            <a:r>
              <a:rPr lang="en" sz="800">
                <a:solidFill>
                  <a:srgbClr val="E2E8F0"/>
                </a:solidFill>
                <a:latin typeface="Consolas"/>
              </a:rPr>
              <a:t>out</a:t>
            </a:r>
            <a:r>
              <a:rPr lang="en" sz="800">
                <a:solidFill>
                  <a:srgbClr val="94A3B8"/>
                </a:solidFill>
                <a:latin typeface="Consolas"/>
              </a:rPr>
              <a:t>.</a:t>
            </a:r>
            <a:r>
              <a:rPr lang="en" sz="800">
                <a:solidFill>
                  <a:srgbClr val="DCDCAA"/>
                </a:solidFill>
                <a:latin typeface="Consolas"/>
              </a:rPr>
              <a:t>println</a:t>
            </a:r>
            <a:r>
              <a:rPr lang="en" sz="800">
                <a:solidFill>
                  <a:srgbClr val="94A3B8"/>
                </a:solidFill>
                <a:latin typeface="Consolas"/>
              </a:rPr>
              <a:t>(</a:t>
            </a:r>
            <a:r>
              <a:rPr lang="en" sz="800">
                <a:solidFill>
                  <a:srgbClr val="E2E8F0"/>
                </a:solidFill>
                <a:latin typeface="Consolas"/>
              </a:rPr>
              <a:t>rex</a:t>
            </a:r>
            <a:r>
              <a:rPr lang="en" sz="800">
                <a:solidFill>
                  <a:srgbClr val="94A3B8"/>
                </a:solidFill>
                <a:latin typeface="Consolas"/>
              </a:rPr>
              <a:t>.</a:t>
            </a:r>
            <a:r>
              <a:rPr lang="en" sz="800">
                <a:solidFill>
                  <a:srgbClr val="DCDCAA"/>
                </a:solidFill>
                <a:latin typeface="Consolas"/>
              </a:rPr>
              <a:t>getName</a:t>
            </a:r>
            <a:r>
              <a:rPr lang="en" sz="800">
                <a:solidFill>
                  <a:srgbClr val="94A3B8"/>
                </a:solidFill>
                <a:latin typeface="Consolas"/>
              </a:rPr>
              <a:t>());</a:t>
            </a:r>
          </a:p>
          <a:p>
            <a:pPr marL="0" indent="0">
              <a:buNone/>
            </a:pPr>
            <a:r>
              <a:rPr lang="en" sz="800" i="1">
                <a:solidFill>
                  <a:srgbClr val="F87171"/>
                </a:solidFill>
                <a:latin typeface="Consolas"/>
              </a:rPr>
              <a:t>// 💥 NullPointerException!</a:t>
            </a:r>
          </a:p>
        </p:txBody>
      </p:sp>
      <p:sp>
        <p:nvSpPr>
          <p:cNvPr id="40" name="MemoryContainer"/>
          <p:cNvSpPr/>
          <p:nvPr/>
        </p:nvSpPr>
        <p:spPr>
          <a:xfrm>
            <a:off x="311700" y="2800000"/>
            <a:ext cx="4140000" cy="1330000"/>
          </a:xfrm>
          <a:prstGeom prst="roundRect">
            <a:avLst>
              <a:gd name="adj" fmla="val 6000"/>
            </a:avLst>
          </a:prstGeom>
          <a:solidFill>
            <a:srgbClr val="F8FAFC"/>
          </a:solidFill>
          <a:ln w="9525">
            <a:solidFill>
              <a:schemeClr val="lt2">
                <a:alpha val="45000"/>
              </a:schemeClr>
            </a:solidFill>
          </a:ln>
        </p:spPr>
        <p:txBody>
          <a:bodyPr/>
          <a:lstStyle/>
          <a:p>
            <a:endParaRPr/>
          </a:p>
        </p:txBody>
      </p:sp>
      <p:sp>
        <p:nvSpPr>
          <p:cNvPr id="41" name="MemoryCaption"/>
          <p:cNvSpPr txBox="1"/>
          <p:nvPr/>
        </p:nvSpPr>
        <p:spPr>
          <a:xfrm>
            <a:off x="461700" y="2860000"/>
            <a:ext cx="3840000" cy="180000"/>
          </a:xfrm>
          <a:prstGeom prst="rect">
            <a:avLst/>
          </a:prstGeom>
          <a:noFill/>
        </p:spPr>
        <p:txBody>
          <a:bodyPr wrap="square" lIns="0" tIns="0" rIns="0" bIns="0" anchor="ctr">
            <a:noAutofit/>
          </a:bodyPr>
          <a:lstStyle/>
          <a:p>
            <a:pPr marL="0" indent="0" algn="l">
              <a:buNone/>
            </a:pPr>
            <a:r>
              <a:rPr lang="en" sz="750" b="1" spc="120">
                <a:solidFill>
                  <a:schemeClr val="lt2"/>
                </a:solidFill>
                <a:latin typeface="Roboto"/>
              </a:rPr>
              <a:t>IN MEMORY</a:t>
            </a:r>
          </a:p>
        </p:txBody>
      </p:sp>
      <p:sp>
        <p:nvSpPr>
          <p:cNvPr id="42" name="RexChip"/>
          <p:cNvSpPr/>
          <p:nvPr/>
        </p:nvSpPr>
        <p:spPr>
          <a:xfrm>
            <a:off x="461700" y="3090000"/>
            <a:ext cx="720000" cy="300000"/>
          </a:xfrm>
          <a:prstGeom prst="roundRect">
            <a:avLst>
              <a:gd name="adj" fmla="val 22000"/>
            </a:avLst>
          </a:prstGeom>
          <a:solidFill>
            <a:schemeClr val="lt1"/>
          </a:solidFill>
          <a:ln w="12700">
            <a:solidFill>
              <a:schemeClr val="accent2"/>
            </a:solidFill>
          </a:ln>
        </p:spPr>
        <p:txBody>
          <a:bodyPr wrap="square" lIns="0" tIns="0" rIns="0" bIns="0" anchor="ctr">
            <a:noAutofit/>
          </a:bodyPr>
          <a:lstStyle/>
          <a:p>
            <a:pPr marL="0" indent="0" algn="ctr">
              <a:buNone/>
            </a:pPr>
            <a:r>
              <a:rPr lang="en" sz="950" b="1">
                <a:solidFill>
                  <a:schemeClr val="accent2"/>
                </a:solidFill>
                <a:latin typeface="Consolas"/>
              </a:rPr>
              <a:t>rex</a:t>
            </a:r>
          </a:p>
        </p:txBody>
      </p:sp>
      <p:sp>
        <p:nvSpPr>
          <p:cNvPr id="43" name="Arrow1"/>
          <p:cNvSpPr/>
          <p:nvPr/>
        </p:nvSpPr>
        <p:spPr>
          <a:xfrm>
            <a:off x="1231700" y="3175000"/>
            <a:ext cx="360000" cy="130000"/>
          </a:xfrm>
          <a:prstGeom prst="rightArrow">
            <a:avLst>
              <a:gd name="adj1" fmla="val 50000"/>
              <a:gd name="adj2" fmla="val 55000"/>
            </a:avLst>
          </a:prstGeom>
          <a:solidFill>
            <a:schemeClr val="lt2"/>
          </a:solidFill>
          <a:ln>
            <a:noFill/>
          </a:ln>
        </p:spPr>
        <p:txBody>
          <a:bodyPr/>
          <a:lstStyle/>
          <a:p>
            <a:endParaRPr/>
          </a:p>
        </p:txBody>
      </p:sp>
      <p:sp>
        <p:nvSpPr>
          <p:cNvPr id="44" name="NullTarget"/>
          <p:cNvSpPr/>
          <p:nvPr/>
        </p:nvSpPr>
        <p:spPr>
          <a:xfrm>
            <a:off x="1651700" y="3090000"/>
            <a:ext cx="2700000" cy="300000"/>
          </a:xfrm>
          <a:prstGeom prst="roundRect">
            <a:avLst>
              <a:gd name="adj" fmla="val 22000"/>
            </a:avLst>
          </a:prstGeom>
          <a:solidFill>
            <a:srgbClr val="FFFFFF"/>
          </a:solidFill>
          <a:ln w="12700">
            <a:solidFill>
              <a:schemeClr val="lt2">
                <a:alpha val="70000"/>
              </a:schemeClr>
            </a:solidFill>
            <a:prstDash val="dash"/>
          </a:ln>
        </p:spPr>
        <p:txBody>
          <a:bodyPr wrap="square" lIns="91440" tIns="0" rIns="91440" bIns="0" anchor="ctr">
            <a:noAutofit/>
          </a:bodyPr>
          <a:lstStyle/>
          <a:p>
            <a:pPr marL="0" indent="0" algn="ctr">
              <a:buNone/>
            </a:pPr>
            <a:r>
              <a:rPr lang="en" sz="950" b="1">
                <a:solidFill>
                  <a:schemeClr val="lt2"/>
                </a:solidFill>
                <a:latin typeface="Consolas"/>
              </a:rPr>
              <a:t>null</a:t>
            </a:r>
            <a:r>
              <a:rPr lang="en" sz="850" i="1">
                <a:solidFill>
                  <a:schemeClr val="lt2"/>
                </a:solidFill>
                <a:latin typeface="Roboto"/>
              </a:rPr>
              <a:t>  (no object)</a:t>
            </a:r>
          </a:p>
        </p:txBody>
      </p:sp>
      <p:sp>
        <p:nvSpPr>
          <p:cNvPr id="45" name="BellaChip"/>
          <p:cNvSpPr/>
          <p:nvPr/>
        </p:nvSpPr>
        <p:spPr>
          <a:xfrm>
            <a:off x="461700" y="3570000"/>
            <a:ext cx="720000" cy="300000"/>
          </a:xfrm>
          <a:prstGeom prst="roundRect">
            <a:avLst>
              <a:gd name="adj" fmla="val 22000"/>
            </a:avLst>
          </a:prstGeom>
          <a:solidFill>
            <a:schemeClr val="lt1"/>
          </a:solidFill>
          <a:ln w="12700">
            <a:solidFill>
              <a:srgbClr val="16A34A"/>
            </a:solidFill>
          </a:ln>
        </p:spPr>
        <p:txBody>
          <a:bodyPr wrap="square" lIns="0" tIns="0" rIns="0" bIns="0" anchor="ctr">
            <a:noAutofit/>
          </a:bodyPr>
          <a:lstStyle/>
          <a:p>
            <a:pPr marL="0" indent="0" algn="ctr">
              <a:buNone/>
            </a:pPr>
            <a:r>
              <a:rPr lang="en" sz="950" b="1">
                <a:solidFill>
                  <a:srgbClr val="16A34A"/>
                </a:solidFill>
                <a:latin typeface="Consolas"/>
              </a:rPr>
              <a:t>bella</a:t>
            </a:r>
          </a:p>
        </p:txBody>
      </p:sp>
      <p:sp>
        <p:nvSpPr>
          <p:cNvPr id="46" name="Arrow2"/>
          <p:cNvSpPr/>
          <p:nvPr/>
        </p:nvSpPr>
        <p:spPr>
          <a:xfrm>
            <a:off x="1231700" y="3655000"/>
            <a:ext cx="360000" cy="130000"/>
          </a:xfrm>
          <a:prstGeom prst="rightArrow">
            <a:avLst>
              <a:gd name="adj1" fmla="val 50000"/>
              <a:gd name="adj2" fmla="val 55000"/>
            </a:avLst>
          </a:prstGeom>
          <a:solidFill>
            <a:srgbClr val="16A34A"/>
          </a:solidFill>
          <a:ln>
            <a:noFill/>
          </a:ln>
        </p:spPr>
        <p:txBody>
          <a:bodyPr/>
          <a:lstStyle/>
          <a:p>
            <a:endParaRPr/>
          </a:p>
        </p:txBody>
      </p:sp>
      <p:sp>
        <p:nvSpPr>
          <p:cNvPr id="47" name="ObjectCard"/>
          <p:cNvSpPr/>
          <p:nvPr/>
        </p:nvSpPr>
        <p:spPr>
          <a:xfrm>
            <a:off x="1651700" y="3540000"/>
            <a:ext cx="2700000" cy="360000"/>
          </a:xfrm>
          <a:prstGeom prst="roundRect">
            <a:avLst>
              <a:gd name="adj" fmla="val 14000"/>
            </a:avLst>
          </a:prstGeom>
          <a:solidFill>
            <a:srgbClr val="FFFFFF"/>
          </a:solidFill>
          <a:ln w="12700">
            <a:solidFill>
              <a:srgbClr val="16A34A">
                <a:alpha val="55000"/>
              </a:srgbClr>
            </a:solidFill>
          </a:ln>
        </p:spPr>
        <p:txBody>
          <a:bodyPr wrap="square" lIns="114300" tIns="0" rIns="91440" bIns="0" anchor="ctr">
            <a:noAutofit/>
          </a:bodyPr>
          <a:lstStyle/>
          <a:p>
            <a:pPr marL="0" indent="0" algn="l">
              <a:buNone/>
            </a:pPr>
            <a:r>
              <a:rPr lang="en" sz="900" b="1">
                <a:solidFill>
                  <a:srgbClr val="4EC9B0"/>
                </a:solidFill>
                <a:latin typeface="Consolas"/>
              </a:rPr>
              <a:t>Dog</a:t>
            </a:r>
            <a:r>
              <a:rPr lang="en" sz="900">
                <a:solidFill>
                  <a:schemeClr val="dk1"/>
                </a:solidFill>
                <a:latin typeface="Consolas"/>
              </a:rPr>
              <a:t>  name = </a:t>
            </a:r>
            <a:r>
              <a:rPr lang="en" sz="900">
                <a:solidFill>
                  <a:srgbClr val="B45309"/>
                </a:solidFill>
                <a:latin typeface="Consolas"/>
              </a:rPr>
              <a:t>"Bella"</a:t>
            </a:r>
          </a:p>
        </p:txBody>
      </p:sp>
      <p:sp>
        <p:nvSpPr>
          <p:cNvPr id="60" name="Warn1"/>
          <p:cNvSpPr/>
          <p:nvPr/>
        </p:nvSpPr>
        <p:spPr>
          <a:xfrm>
            <a:off x="4691700" y="2800000"/>
            <a:ext cx="4140600" cy="400000"/>
          </a:xfrm>
          <a:prstGeom prst="roundRect">
            <a:avLst>
              <a:gd name="adj" fmla="val 12000"/>
            </a:avLst>
          </a:prstGeom>
          <a:solidFill>
            <a:srgbClr val="FEF2F2"/>
          </a:solidFill>
          <a:ln w="9525">
            <a:solidFill>
              <a:srgbClr val="F87171">
                <a:alpha val="55000"/>
              </a:srgbClr>
            </a:solidFill>
          </a:ln>
        </p:spPr>
        <p:txBody>
          <a:bodyPr wrap="square" lIns="137160" tIns="0" rIns="114300" bIns="0" anchor="ctr">
            <a:noAutofit/>
          </a:bodyPr>
          <a:lstStyle/>
          <a:p>
            <a:pPr marL="0" indent="0" algn="l">
              <a:buNone/>
            </a:pPr>
            <a:r>
              <a:rPr lang="en" sz="950" b="1">
                <a:solidFill>
                  <a:srgbClr val="DC2626"/>
                </a:solidFill>
                <a:latin typeface="Roboto"/>
              </a:rPr>
              <a:t>⚠  </a:t>
            </a:r>
            <a:r>
              <a:rPr lang="en" sz="950">
                <a:solidFill>
                  <a:schemeClr val="dk2"/>
                </a:solidFill>
                <a:latin typeface="Roboto"/>
              </a:rPr>
              <a:t>Calling a method on </a:t>
            </a:r>
            <a:r>
              <a:rPr lang="en" sz="950">
                <a:solidFill>
                  <a:schemeClr val="dk1"/>
                </a:solidFill>
                <a:latin typeface="Consolas"/>
              </a:rPr>
              <a:t>null</a:t>
            </a:r>
            <a:r>
              <a:rPr lang="en" sz="950">
                <a:solidFill>
                  <a:schemeClr val="dk2"/>
                </a:solidFill>
                <a:latin typeface="Roboto"/>
              </a:rPr>
              <a:t> crashes at runtime</a:t>
            </a:r>
          </a:p>
        </p:txBody>
      </p:sp>
      <p:sp>
        <p:nvSpPr>
          <p:cNvPr id="62" name="Warn2"/>
          <p:cNvSpPr/>
          <p:nvPr/>
        </p:nvSpPr>
        <p:spPr>
          <a:xfrm>
            <a:off x="4691700" y="3260000"/>
            <a:ext cx="4140600" cy="400000"/>
          </a:xfrm>
          <a:prstGeom prst="roundRect">
            <a:avLst>
              <a:gd name="adj" fmla="val 12000"/>
            </a:avLst>
          </a:prstGeom>
          <a:solidFill>
            <a:srgbClr val="FEF2F2"/>
          </a:solidFill>
          <a:ln w="9525">
            <a:solidFill>
              <a:srgbClr val="F87171">
                <a:alpha val="55000"/>
              </a:srgbClr>
            </a:solidFill>
          </a:ln>
        </p:spPr>
        <p:txBody>
          <a:bodyPr wrap="square" lIns="137160" tIns="0" rIns="114300" bIns="0" anchor="ctr">
            <a:noAutofit/>
          </a:bodyPr>
          <a:lstStyle/>
          <a:p>
            <a:pPr marL="0" indent="0" algn="l">
              <a:buNone/>
            </a:pPr>
            <a:r>
              <a:rPr lang="en" sz="950" b="1">
                <a:solidFill>
                  <a:srgbClr val="DC2626"/>
                </a:solidFill>
                <a:latin typeface="Roboto"/>
              </a:rPr>
              <a:t>⚠  </a:t>
            </a:r>
            <a:r>
              <a:rPr lang="en" sz="950">
                <a:solidFill>
                  <a:schemeClr val="dk2"/>
                </a:solidFill>
                <a:latin typeface="Roboto"/>
              </a:rPr>
              <a:t>It compiles fine — the error only appears when run</a:t>
            </a:r>
          </a:p>
        </p:txBody>
      </p:sp>
      <p:sp>
        <p:nvSpPr>
          <p:cNvPr id="64" name="Warn3"/>
          <p:cNvSpPr/>
          <p:nvPr/>
        </p:nvSpPr>
        <p:spPr>
          <a:xfrm>
            <a:off x="4691700" y="3720000"/>
            <a:ext cx="4140600" cy="400000"/>
          </a:xfrm>
          <a:prstGeom prst="roundRect">
            <a:avLst>
              <a:gd name="adj" fmla="val 12000"/>
            </a:avLst>
          </a:prstGeom>
          <a:solidFill>
            <a:srgbClr val="FEF2F2"/>
          </a:solidFill>
          <a:ln w="9525">
            <a:solidFill>
              <a:srgbClr val="F87171">
                <a:alpha val="55000"/>
              </a:srgbClr>
            </a:solidFill>
          </a:ln>
        </p:spPr>
        <p:txBody>
          <a:bodyPr wrap="square" lIns="137160" tIns="0" rIns="114300" bIns="0" anchor="ctr">
            <a:noAutofit/>
          </a:bodyPr>
          <a:lstStyle/>
          <a:p>
            <a:pPr marL="0" indent="0" algn="l">
              <a:buNone/>
            </a:pPr>
            <a:r>
              <a:rPr lang="en" sz="950" b="1">
                <a:solidFill>
                  <a:srgbClr val="DC2626"/>
                </a:solidFill>
                <a:latin typeface="Roboto"/>
              </a:rPr>
              <a:t>⚠  </a:t>
            </a:r>
            <a:r>
              <a:rPr lang="en" sz="950">
                <a:solidFill>
                  <a:schemeClr val="dk2"/>
                </a:solidFill>
                <a:latin typeface="Roboto"/>
              </a:rPr>
              <a:t>Most common beginner bug in Java</a:t>
            </a:r>
          </a:p>
        </p:txBody>
      </p:sp>
      <p:sp>
        <p:nvSpPr>
          <p:cNvPr id="95" name="CalloutBox"/>
          <p:cNvSpPr/>
          <p:nvPr/>
        </p:nvSpPr>
        <p:spPr>
          <a:xfrm>
            <a:off x="311700" y="4210000"/>
            <a:ext cx="8520600" cy="470000"/>
          </a:xfrm>
          <a:prstGeom prst="roundRect">
            <a:avLst>
              <a:gd name="adj" fmla="val 16000"/>
            </a:avLst>
          </a:prstGeom>
          <a:solidFill>
            <a:schemeClr val="accent2">
              <a:alpha val="10000"/>
            </a:schemeClr>
          </a:solidFill>
          <a:ln w="9525">
            <a:solidFill>
              <a:schemeClr val="accent2">
                <a:alpha val="30000"/>
              </a:schemeClr>
            </a:solidFill>
          </a:ln>
        </p:spPr>
        <p:txBody>
          <a:bodyPr wrap="square" lIns="182880" tIns="0" rIns="182880" bIns="0" anchor="ctr">
            <a:noAutofit/>
          </a:bodyPr>
          <a:lstStyle/>
          <a:p>
            <a:pPr marL="0" indent="0" algn="ctr">
              <a:buNone/>
            </a:pPr>
            <a:r>
              <a:rPr lang="en" sz="1100" b="1">
                <a:solidFill>
                  <a:schemeClr val="accent2"/>
                </a:solidFill>
                <a:latin typeface="Roboto"/>
              </a:rPr>
              <a:t>Always ask: </a:t>
            </a:r>
            <a:r>
              <a:rPr lang="en" sz="1100" b="0">
                <a:solidFill>
                  <a:schemeClr val="dk2"/>
                </a:solidFill>
                <a:latin typeface="Roboto"/>
              </a:rPr>
              <a:t>has this variable been assigned a real object before I call a method on 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Methods</a:t>
            </a:r>
          </a:p>
        </p:txBody>
      </p:sp>
      <p:sp>
        <p:nvSpPr>
          <p:cNvPr id="9"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a:solidFill>
                  <a:schemeClr val="lt2"/>
                </a:solidFill>
                <a:latin typeface="Roboto"/>
              </a:rPr>
              <a:t>Functions that live inside a class and act on an object's data.</a:t>
            </a:r>
          </a:p>
        </p:txBody>
      </p:sp>
      <p:sp>
        <p:nvSpPr>
          <p:cNvPr id="70" name="Card70"/>
          <p:cNvSpPr/>
          <p:nvPr/>
        </p:nvSpPr>
        <p:spPr>
          <a:xfrm>
            <a:off x="311700" y="1520000"/>
            <a:ext cx="8520600" cy="1520000"/>
          </a:xfrm>
          <a:prstGeom prst="roundRect">
            <a:avLst>
              <a:gd name="adj" fmla="val 5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71" name="Eyebrow"/>
          <p:cNvSpPr txBox="1"/>
          <p:nvPr/>
        </p:nvSpPr>
        <p:spPr>
          <a:xfrm>
            <a:off x="571700" y="1720000"/>
            <a:ext cx="5000000" cy="200000"/>
          </a:xfrm>
          <a:prstGeom prst="rect">
            <a:avLst/>
          </a:prstGeom>
          <a:noFill/>
        </p:spPr>
        <p:txBody>
          <a:bodyPr wrap="square" lIns="0" tIns="0" rIns="0" bIns="0" anchor="t">
            <a:noAutofit/>
          </a:bodyPr>
          <a:lstStyle/>
          <a:p>
            <a:pPr marL="0" indent="0">
              <a:buNone/>
            </a:pPr>
            <a:r>
              <a:rPr lang="en" sz="1000" b="1" spc="180">
                <a:solidFill>
                  <a:schemeClr val="accent2"/>
                </a:solidFill>
                <a:latin typeface="Roboto"/>
              </a:rPr>
              <a:t>ANATOMY OF A METHOD CALL</a:t>
            </a:r>
          </a:p>
        </p:txBody>
      </p:sp>
      <p:sp>
        <p:nvSpPr>
          <p:cNvPr id="72" name="R72"/>
          <p:cNvSpPr/>
          <p:nvPr/>
        </p:nvSpPr>
        <p:spPr>
          <a:xfrm>
            <a:off x="2972000" y="2080000"/>
            <a:ext cx="1250000" cy="460000"/>
          </a:xfrm>
          <a:prstGeom prst="roundRect">
            <a:avLst>
              <a:gd name="adj" fmla="val 22000"/>
            </a:avLst>
          </a:prstGeom>
          <a:solidFill>
            <a:schemeClr val="accent3"/>
          </a:solidFill>
          <a:ln>
            <a:noFill/>
          </a:ln>
        </p:spPr>
        <p:txBody>
          <a:bodyPr/>
          <a:lstStyle/>
          <a:p>
            <a:endParaRPr/>
          </a:p>
        </p:txBody>
      </p:sp>
      <p:sp>
        <p:nvSpPr>
          <p:cNvPr id="73" name="G73"/>
          <p:cNvSpPr txBox="1"/>
          <p:nvPr/>
        </p:nvSpPr>
        <p:spPr>
          <a:xfrm>
            <a:off x="2972000" y="2080000"/>
            <a:ext cx="1250000" cy="460000"/>
          </a:xfrm>
          <a:prstGeom prst="rect">
            <a:avLst/>
          </a:prstGeom>
          <a:noFill/>
        </p:spPr>
        <p:txBody>
          <a:bodyPr wrap="square" lIns="0" tIns="0" rIns="0" bIns="0" anchor="ctr" anchorCtr="0">
            <a:noAutofit/>
          </a:bodyPr>
          <a:lstStyle/>
          <a:p>
            <a:pPr marL="0" indent="0" algn="ctr">
              <a:buNone/>
            </a:pPr>
            <a:r>
              <a:rPr lang="en" sz="1800" b="1">
                <a:solidFill>
                  <a:schemeClr val="lt1"/>
                </a:solidFill>
                <a:latin typeface="Consolas"/>
              </a:rPr>
              <a:t>dog</a:t>
            </a:r>
          </a:p>
        </p:txBody>
      </p:sp>
      <p:sp>
        <p:nvSpPr>
          <p:cNvPr id="74" name="G74"/>
          <p:cNvSpPr txBox="1"/>
          <p:nvPr/>
        </p:nvSpPr>
        <p:spPr>
          <a:xfrm>
            <a:off x="4222000" y="2080000"/>
            <a:ext cx="300000" cy="460000"/>
          </a:xfrm>
          <a:prstGeom prst="rect">
            <a:avLst/>
          </a:prstGeom>
          <a:noFill/>
        </p:spPr>
        <p:txBody>
          <a:bodyPr wrap="square" lIns="0" tIns="0" rIns="0" bIns="0" anchor="ctr" anchorCtr="0">
            <a:noAutofit/>
          </a:bodyPr>
          <a:lstStyle/>
          <a:p>
            <a:pPr marL="0" indent="0" algn="ctr">
              <a:buNone/>
            </a:pPr>
            <a:r>
              <a:rPr lang="en" sz="1800" b="1">
                <a:solidFill>
                  <a:schemeClr val="dk1"/>
                </a:solidFill>
                <a:latin typeface="Consolas"/>
              </a:rPr>
              <a:t>.</a:t>
            </a:r>
          </a:p>
        </p:txBody>
      </p:sp>
      <p:sp>
        <p:nvSpPr>
          <p:cNvPr id="75" name="R75"/>
          <p:cNvSpPr/>
          <p:nvPr/>
        </p:nvSpPr>
        <p:spPr>
          <a:xfrm>
            <a:off x="4522000" y="2080000"/>
            <a:ext cx="1650000" cy="460000"/>
          </a:xfrm>
          <a:prstGeom prst="roundRect">
            <a:avLst>
              <a:gd name="adj" fmla="val 22000"/>
            </a:avLst>
          </a:prstGeom>
          <a:solidFill>
            <a:schemeClr val="accent2"/>
          </a:solidFill>
          <a:ln>
            <a:noFill/>
          </a:ln>
        </p:spPr>
        <p:txBody>
          <a:bodyPr/>
          <a:lstStyle/>
          <a:p>
            <a:endParaRPr/>
          </a:p>
        </p:txBody>
      </p:sp>
      <p:sp>
        <p:nvSpPr>
          <p:cNvPr id="76" name="G76"/>
          <p:cNvSpPr txBox="1"/>
          <p:nvPr/>
        </p:nvSpPr>
        <p:spPr>
          <a:xfrm>
            <a:off x="4522000" y="2080000"/>
            <a:ext cx="1650000" cy="460000"/>
          </a:xfrm>
          <a:prstGeom prst="rect">
            <a:avLst/>
          </a:prstGeom>
          <a:noFill/>
        </p:spPr>
        <p:txBody>
          <a:bodyPr wrap="square" lIns="0" tIns="0" rIns="0" bIns="0" anchor="ctr" anchorCtr="0">
            <a:noAutofit/>
          </a:bodyPr>
          <a:lstStyle/>
          <a:p>
            <a:pPr marL="0" indent="0" algn="ctr">
              <a:buNone/>
            </a:pPr>
            <a:r>
              <a:rPr lang="en" sz="1800" b="1">
                <a:solidFill>
                  <a:schemeClr val="lt1"/>
                </a:solidFill>
                <a:latin typeface="Consolas"/>
              </a:rPr>
              <a:t>bark()</a:t>
            </a:r>
          </a:p>
        </p:txBody>
      </p:sp>
      <p:sp>
        <p:nvSpPr>
          <p:cNvPr id="77" name="G77"/>
          <p:cNvSpPr txBox="1"/>
          <p:nvPr/>
        </p:nvSpPr>
        <p:spPr>
          <a:xfrm>
            <a:off x="2772000" y="2630000"/>
            <a:ext cx="1650000" cy="300000"/>
          </a:xfrm>
          <a:prstGeom prst="rect">
            <a:avLst/>
          </a:prstGeom>
          <a:noFill/>
        </p:spPr>
        <p:txBody>
          <a:bodyPr wrap="square" lIns="0" tIns="0" rIns="0" bIns="0" anchor="ctr" anchorCtr="0">
            <a:noAutofit/>
          </a:bodyPr>
          <a:lstStyle/>
          <a:p>
            <a:pPr marL="0" indent="0" algn="ctr">
              <a:buNone/>
            </a:pPr>
            <a:r>
              <a:rPr lang="en" sz="1000" b="0">
                <a:solidFill>
                  <a:schemeClr val="lt2"/>
                </a:solidFill>
                <a:latin typeface="Roboto"/>
              </a:rPr>
              <a:t>the object — which instance</a:t>
            </a:r>
          </a:p>
        </p:txBody>
      </p:sp>
      <p:sp>
        <p:nvSpPr>
          <p:cNvPr id="78" name="G78"/>
          <p:cNvSpPr txBox="1"/>
          <p:nvPr/>
        </p:nvSpPr>
        <p:spPr>
          <a:xfrm>
            <a:off x="4322000" y="2630000"/>
            <a:ext cx="2050000" cy="300000"/>
          </a:xfrm>
          <a:prstGeom prst="rect">
            <a:avLst/>
          </a:prstGeom>
          <a:noFill/>
        </p:spPr>
        <p:txBody>
          <a:bodyPr wrap="square" lIns="0" tIns="0" rIns="0" bIns="0" anchor="ctr" anchorCtr="0">
            <a:noAutofit/>
          </a:bodyPr>
          <a:lstStyle/>
          <a:p>
            <a:pPr marL="0" indent="0" algn="ctr">
              <a:buNone/>
            </a:pPr>
            <a:r>
              <a:rPr lang="en" sz="1000" b="0">
                <a:solidFill>
                  <a:schemeClr val="lt2"/>
                </a:solidFill>
                <a:latin typeface="Roboto"/>
              </a:rPr>
              <a:t>the method — behavior to run</a:t>
            </a:r>
          </a:p>
        </p:txBody>
      </p:sp>
      <p:sp>
        <p:nvSpPr>
          <p:cNvPr id="79" name="G79"/>
          <p:cNvSpPr txBox="1"/>
          <p:nvPr/>
        </p:nvSpPr>
        <p:spPr>
          <a:xfrm>
            <a:off x="3962000" y="1750000"/>
            <a:ext cx="820000" cy="260000"/>
          </a:xfrm>
          <a:prstGeom prst="rect">
            <a:avLst/>
          </a:prstGeom>
          <a:noFill/>
        </p:spPr>
        <p:txBody>
          <a:bodyPr wrap="square" lIns="0" tIns="0" rIns="0" bIns="0" anchor="ctr" anchorCtr="0">
            <a:noAutofit/>
          </a:bodyPr>
          <a:lstStyle/>
          <a:p>
            <a:pPr marL="0" indent="0" algn="ctr">
              <a:buNone/>
            </a:pPr>
            <a:r>
              <a:rPr lang="en" sz="900" b="1">
                <a:solidFill>
                  <a:schemeClr val="dk1"/>
                </a:solidFill>
                <a:latin typeface="Roboto"/>
              </a:rPr>
              <a:t>dot operator</a:t>
            </a:r>
          </a:p>
        </p:txBody>
      </p:sp>
      <p:sp>
        <p:nvSpPr>
          <p:cNvPr id="80" name="Card80"/>
          <p:cNvSpPr/>
          <p:nvPr/>
        </p:nvSpPr>
        <p:spPr>
          <a:xfrm>
            <a:off x="311700" y="3160000"/>
            <a:ext cx="4140300" cy="69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81" name="E81"/>
          <p:cNvSpPr/>
          <p:nvPr/>
        </p:nvSpPr>
        <p:spPr>
          <a:xfrm>
            <a:off x="461700" y="3340000"/>
            <a:ext cx="360000" cy="360000"/>
          </a:xfrm>
          <a:prstGeom prst="ellipse">
            <a:avLst/>
          </a:prstGeom>
          <a:solidFill>
            <a:schemeClr val="accent2"/>
          </a:solidFill>
          <a:ln>
            <a:noFill/>
          </a:ln>
        </p:spPr>
        <p:txBody>
          <a:bodyPr/>
          <a:lstStyle/>
          <a:p>
            <a:endParaRPr/>
          </a:p>
        </p:txBody>
      </p:sp>
      <p:sp>
        <p:nvSpPr>
          <p:cNvPr id="82" name="G82"/>
          <p:cNvSpPr txBox="1"/>
          <p:nvPr/>
        </p:nvSpPr>
        <p:spPr>
          <a:xfrm>
            <a:off x="461700" y="3334000"/>
            <a:ext cx="360000" cy="360000"/>
          </a:xfrm>
          <a:prstGeom prst="rect">
            <a:avLst/>
          </a:prstGeom>
          <a:noFill/>
        </p:spPr>
        <p:txBody>
          <a:bodyPr wrap="square" lIns="0" tIns="0" rIns="0" bIns="0" anchor="ctr" anchorCtr="0">
            <a:noAutofit/>
          </a:bodyPr>
          <a:lstStyle/>
          <a:p>
            <a:pPr marL="0" indent="0" algn="ctr">
              <a:buNone/>
            </a:pPr>
            <a:r>
              <a:rPr lang="en" sz="1000" b="1">
                <a:solidFill>
                  <a:schemeClr val="lt1"/>
                </a:solidFill>
                <a:latin typeface="Roboto"/>
              </a:rPr>
              <a:t>●</a:t>
            </a:r>
          </a:p>
        </p:txBody>
      </p:sp>
      <p:sp>
        <p:nvSpPr>
          <p:cNvPr id="83" name="TB83"/>
          <p:cNvSpPr txBox="1"/>
          <p:nvPr/>
        </p:nvSpPr>
        <p:spPr>
          <a:xfrm>
            <a:off x="931700" y="3290000"/>
            <a:ext cx="3380300" cy="430000"/>
          </a:xfrm>
          <a:prstGeom prst="rect">
            <a:avLst/>
          </a:prstGeom>
          <a:noFill/>
        </p:spPr>
        <p:txBody>
          <a:bodyPr wrap="square" lIns="0" tIns="0" rIns="0" bIns="0" anchor="ctr">
            <a:noAutofit/>
          </a:bodyPr>
          <a:lstStyle/>
          <a:p>
            <a:pPr marL="0" indent="0" algn="l">
              <a:spcAft>
                <a:spcPts val="60"/>
              </a:spcAft>
              <a:buNone/>
            </a:pPr>
            <a:r>
              <a:rPr lang="en" sz="1300" b="1">
                <a:solidFill>
                  <a:schemeClr val="dk2"/>
                </a:solidFill>
                <a:latin typeface="Roboto"/>
              </a:rPr>
              <a:t>Work with fields</a:t>
            </a:r>
          </a:p>
          <a:p>
            <a:pPr marL="0" indent="0" algn="l">
              <a:buNone/>
            </a:pPr>
            <a:r>
              <a:rPr lang="en" sz="1050" b="0">
                <a:solidFill>
                  <a:schemeClr val="lt2"/>
                </a:solidFill>
                <a:latin typeface="Roboto"/>
              </a:rPr>
              <a:t>Read and change the object's data (fields).</a:t>
            </a:r>
          </a:p>
        </p:txBody>
      </p:sp>
      <p:sp>
        <p:nvSpPr>
          <p:cNvPr id="85" name="Card85"/>
          <p:cNvSpPr/>
          <p:nvPr/>
        </p:nvSpPr>
        <p:spPr>
          <a:xfrm>
            <a:off x="4692000" y="3160000"/>
            <a:ext cx="4140300" cy="69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86" name="E86"/>
          <p:cNvSpPr/>
          <p:nvPr/>
        </p:nvSpPr>
        <p:spPr>
          <a:xfrm>
            <a:off x="4842000" y="3340000"/>
            <a:ext cx="360000" cy="360000"/>
          </a:xfrm>
          <a:prstGeom prst="ellipse">
            <a:avLst/>
          </a:prstGeom>
          <a:solidFill>
            <a:schemeClr val="accent3"/>
          </a:solidFill>
          <a:ln>
            <a:noFill/>
          </a:ln>
        </p:spPr>
        <p:txBody>
          <a:bodyPr/>
          <a:lstStyle/>
          <a:p>
            <a:endParaRPr/>
          </a:p>
        </p:txBody>
      </p:sp>
      <p:sp>
        <p:nvSpPr>
          <p:cNvPr id="87" name="G87"/>
          <p:cNvSpPr txBox="1"/>
          <p:nvPr/>
        </p:nvSpPr>
        <p:spPr>
          <a:xfrm>
            <a:off x="4842000" y="3334000"/>
            <a:ext cx="360000" cy="360000"/>
          </a:xfrm>
          <a:prstGeom prst="rect">
            <a:avLst/>
          </a:prstGeom>
          <a:noFill/>
        </p:spPr>
        <p:txBody>
          <a:bodyPr wrap="square" lIns="0" tIns="0" rIns="0" bIns="0" anchor="ctr" anchorCtr="0">
            <a:noAutofit/>
          </a:bodyPr>
          <a:lstStyle/>
          <a:p>
            <a:pPr marL="0" indent="0" algn="ctr">
              <a:buNone/>
            </a:pPr>
            <a:r>
              <a:rPr lang="en" sz="1000" b="1">
                <a:solidFill>
                  <a:schemeClr val="lt1"/>
                </a:solidFill>
                <a:latin typeface="Roboto"/>
              </a:rPr>
              <a:t>●</a:t>
            </a:r>
          </a:p>
        </p:txBody>
      </p:sp>
      <p:sp>
        <p:nvSpPr>
          <p:cNvPr id="88" name="TB88"/>
          <p:cNvSpPr txBox="1"/>
          <p:nvPr/>
        </p:nvSpPr>
        <p:spPr>
          <a:xfrm>
            <a:off x="5312000" y="3290000"/>
            <a:ext cx="3380300" cy="430000"/>
          </a:xfrm>
          <a:prstGeom prst="rect">
            <a:avLst/>
          </a:prstGeom>
          <a:noFill/>
        </p:spPr>
        <p:txBody>
          <a:bodyPr wrap="square" lIns="0" tIns="0" rIns="0" bIns="0" anchor="ctr">
            <a:noAutofit/>
          </a:bodyPr>
          <a:lstStyle/>
          <a:p>
            <a:pPr marL="0" indent="0" algn="l">
              <a:spcAft>
                <a:spcPts val="60"/>
              </a:spcAft>
              <a:buNone/>
            </a:pPr>
            <a:r>
              <a:rPr lang="en" sz="1300" b="1">
                <a:solidFill>
                  <a:schemeClr val="dk2"/>
                </a:solidFill>
                <a:latin typeface="Roboto"/>
              </a:rPr>
              <a:t>Use class logic</a:t>
            </a:r>
          </a:p>
          <a:p>
            <a:pPr marL="0" indent="0" algn="l">
              <a:buNone/>
            </a:pPr>
            <a:r>
              <a:rPr lang="en" sz="1050" b="0">
                <a:solidFill>
                  <a:schemeClr val="lt2"/>
                </a:solidFill>
                <a:latin typeface="Roboto"/>
              </a:rPr>
              <a:t>Run the internal behavior defined in the class.</a:t>
            </a:r>
          </a:p>
        </p:txBody>
      </p:sp>
      <p:sp>
        <p:nvSpPr>
          <p:cNvPr id="90" name="Eyebrow"/>
          <p:cNvSpPr txBox="1"/>
          <p:nvPr/>
        </p:nvSpPr>
        <p:spPr>
          <a:xfrm>
            <a:off x="311700" y="3980000"/>
            <a:ext cx="5200000" cy="200000"/>
          </a:xfrm>
          <a:prstGeom prst="rect">
            <a:avLst/>
          </a:prstGeom>
          <a:noFill/>
        </p:spPr>
        <p:txBody>
          <a:bodyPr wrap="square" lIns="0" tIns="0" rIns="0" bIns="0" anchor="t">
            <a:noAutofit/>
          </a:bodyPr>
          <a:lstStyle/>
          <a:p>
            <a:pPr marL="0" indent="0">
              <a:buNone/>
            </a:pPr>
            <a:r>
              <a:rPr lang="en" sz="1000" b="1" spc="180">
                <a:solidFill>
                  <a:schemeClr val="lt2"/>
                </a:solidFill>
                <a:latin typeface="Roboto"/>
              </a:rPr>
              <a:t>METHODS OBEY ACCESS MODIFIERS TOO</a:t>
            </a:r>
          </a:p>
        </p:txBody>
      </p:sp>
      <p:sp>
        <p:nvSpPr>
          <p:cNvPr id="91" name="R91"/>
          <p:cNvSpPr/>
          <p:nvPr/>
        </p:nvSpPr>
        <p:spPr>
          <a:xfrm>
            <a:off x="311700" y="4230000"/>
            <a:ext cx="1500000" cy="360000"/>
          </a:xfrm>
          <a:prstGeom prst="roundRect">
            <a:avLst>
              <a:gd name="adj" fmla="val 26000"/>
            </a:avLst>
          </a:prstGeom>
          <a:solidFill>
            <a:schemeClr val="accent2"/>
          </a:solidFill>
          <a:ln>
            <a:noFill/>
          </a:ln>
        </p:spPr>
        <p:txBody>
          <a:bodyPr/>
          <a:lstStyle/>
          <a:p>
            <a:endParaRPr/>
          </a:p>
        </p:txBody>
      </p:sp>
      <p:sp>
        <p:nvSpPr>
          <p:cNvPr id="92" name="G92"/>
          <p:cNvSpPr txBox="1"/>
          <p:nvPr/>
        </p:nvSpPr>
        <p:spPr>
          <a:xfrm>
            <a:off x="311700" y="4230000"/>
            <a:ext cx="1500000" cy="360000"/>
          </a:xfrm>
          <a:prstGeom prst="rect">
            <a:avLst/>
          </a:prstGeom>
          <a:noFill/>
        </p:spPr>
        <p:txBody>
          <a:bodyPr wrap="square" lIns="0" tIns="0" rIns="0" bIns="0" anchor="ctr" anchorCtr="0">
            <a:noAutofit/>
          </a:bodyPr>
          <a:lstStyle/>
          <a:p>
            <a:pPr marL="0" indent="0" algn="ctr">
              <a:buNone/>
            </a:pPr>
            <a:r>
              <a:rPr lang="en" sz="1250" b="1">
                <a:solidFill>
                  <a:schemeClr val="lt1"/>
                </a:solidFill>
                <a:latin typeface="Consolas"/>
              </a:rPr>
              <a:t>public</a:t>
            </a:r>
          </a:p>
        </p:txBody>
      </p:sp>
      <p:sp>
        <p:nvSpPr>
          <p:cNvPr id="93" name="R93"/>
          <p:cNvSpPr/>
          <p:nvPr/>
        </p:nvSpPr>
        <p:spPr>
          <a:xfrm>
            <a:off x="1971700" y="4230000"/>
            <a:ext cx="1500000" cy="360000"/>
          </a:xfrm>
          <a:prstGeom prst="roundRect">
            <a:avLst>
              <a:gd name="adj" fmla="val 26000"/>
            </a:avLst>
          </a:prstGeom>
          <a:solidFill>
            <a:schemeClr val="accent5"/>
          </a:solidFill>
          <a:ln>
            <a:noFill/>
          </a:ln>
        </p:spPr>
        <p:txBody>
          <a:bodyPr/>
          <a:lstStyle/>
          <a:p>
            <a:endParaRPr/>
          </a:p>
        </p:txBody>
      </p:sp>
      <p:sp>
        <p:nvSpPr>
          <p:cNvPr id="94" name="G94"/>
          <p:cNvSpPr txBox="1"/>
          <p:nvPr/>
        </p:nvSpPr>
        <p:spPr>
          <a:xfrm>
            <a:off x="1971700" y="4230000"/>
            <a:ext cx="1500000" cy="360000"/>
          </a:xfrm>
          <a:prstGeom prst="rect">
            <a:avLst/>
          </a:prstGeom>
          <a:noFill/>
        </p:spPr>
        <p:txBody>
          <a:bodyPr wrap="square" lIns="0" tIns="0" rIns="0" bIns="0" anchor="ctr" anchorCtr="0">
            <a:noAutofit/>
          </a:bodyPr>
          <a:lstStyle/>
          <a:p>
            <a:pPr marL="0" indent="0" algn="ctr">
              <a:buNone/>
            </a:pPr>
            <a:r>
              <a:rPr lang="en" sz="1250" b="1">
                <a:solidFill>
                  <a:schemeClr val="lt1"/>
                </a:solidFill>
                <a:latin typeface="Consolas"/>
              </a:rPr>
              <a:t>private</a:t>
            </a:r>
          </a:p>
        </p:txBody>
      </p:sp>
      <p:sp>
        <p:nvSpPr>
          <p:cNvPr id="95" name="R95"/>
          <p:cNvSpPr/>
          <p:nvPr/>
        </p:nvSpPr>
        <p:spPr>
          <a:xfrm>
            <a:off x="3631700" y="4230000"/>
            <a:ext cx="1500000" cy="360000"/>
          </a:xfrm>
          <a:prstGeom prst="roundRect">
            <a:avLst>
              <a:gd name="adj" fmla="val 26000"/>
            </a:avLst>
          </a:prstGeom>
          <a:solidFill>
            <a:schemeClr val="accent3"/>
          </a:solidFill>
          <a:ln>
            <a:noFill/>
          </a:ln>
        </p:spPr>
        <p:txBody>
          <a:bodyPr/>
          <a:lstStyle/>
          <a:p>
            <a:endParaRPr/>
          </a:p>
        </p:txBody>
      </p:sp>
      <p:sp>
        <p:nvSpPr>
          <p:cNvPr id="96" name="G96"/>
          <p:cNvSpPr txBox="1"/>
          <p:nvPr/>
        </p:nvSpPr>
        <p:spPr>
          <a:xfrm>
            <a:off x="3631700" y="4230000"/>
            <a:ext cx="1500000" cy="360000"/>
          </a:xfrm>
          <a:prstGeom prst="rect">
            <a:avLst/>
          </a:prstGeom>
          <a:noFill/>
        </p:spPr>
        <p:txBody>
          <a:bodyPr wrap="square" lIns="0" tIns="0" rIns="0" bIns="0" anchor="ctr" anchorCtr="0">
            <a:noAutofit/>
          </a:bodyPr>
          <a:lstStyle/>
          <a:p>
            <a:pPr marL="0" indent="0" algn="ctr">
              <a:buNone/>
            </a:pPr>
            <a:r>
              <a:rPr lang="en" sz="1250" b="1">
                <a:solidFill>
                  <a:schemeClr val="lt1"/>
                </a:solidFill>
                <a:latin typeface="Consolas"/>
              </a:rPr>
              <a:t>protected</a:t>
            </a:r>
          </a:p>
        </p:txBody>
      </p:sp>
      <p:sp>
        <p:nvSpPr>
          <p:cNvPr id="99" name="G99"/>
          <p:cNvSpPr txBox="1"/>
          <p:nvPr/>
        </p:nvSpPr>
        <p:spPr>
          <a:xfrm>
            <a:off x="5400000" y="4230000"/>
            <a:ext cx="3432300" cy="360000"/>
          </a:xfrm>
          <a:prstGeom prst="rect">
            <a:avLst/>
          </a:prstGeom>
          <a:noFill/>
        </p:spPr>
        <p:txBody>
          <a:bodyPr wrap="square" lIns="0" tIns="0" rIns="0" bIns="0" anchor="ctr" anchorCtr="0">
            <a:noAutofit/>
          </a:bodyPr>
          <a:lstStyle/>
          <a:p>
            <a:pPr marL="0" indent="0" algn="r">
              <a:buNone/>
            </a:pPr>
            <a:r>
              <a:rPr lang="en" sz="1050" b="0">
                <a:solidFill>
                  <a:schemeClr val="lt2"/>
                </a:solidFill>
                <a:latin typeface="Roboto"/>
              </a:rPr>
              <a:t>same rules as fields — control who can call them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Objects In Memory</a:t>
            </a:r>
          </a:p>
        </p:txBody>
      </p:sp>
      <p:sp>
        <p:nvSpPr>
          <p:cNvPr id="20"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a:solidFill>
                  <a:schemeClr val="lt2"/>
                </a:solidFill>
                <a:latin typeface="Roboto"/>
              </a:rPr>
              <a:t>Each object gets its own variables in memory — while static and final data live in one shared place.</a:t>
            </a:r>
          </a:p>
        </p:txBody>
      </p:sp>
      <p:sp>
        <p:nvSpPr>
          <p:cNvPr id="30" name="Card30"/>
          <p:cNvSpPr/>
          <p:nvPr/>
        </p:nvSpPr>
        <p:spPr>
          <a:xfrm>
            <a:off x="311700" y="1440000"/>
            <a:ext cx="8520600" cy="940000"/>
          </a:xfrm>
          <a:prstGeom prst="roundRect">
            <a:avLst>
              <a:gd name="adj" fmla="val 7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32" name="Eyebrow"/>
          <p:cNvSpPr txBox="1"/>
          <p:nvPr/>
        </p:nvSpPr>
        <p:spPr>
          <a:xfrm>
            <a:off x="611700" y="1590000"/>
            <a:ext cx="4000000" cy="200000"/>
          </a:xfrm>
          <a:prstGeom prst="rect">
            <a:avLst/>
          </a:prstGeom>
          <a:noFill/>
        </p:spPr>
        <p:txBody>
          <a:bodyPr wrap="square" lIns="0" tIns="0" rIns="0" bIns="0" anchor="t">
            <a:noAutofit/>
          </a:bodyPr>
          <a:lstStyle/>
          <a:p>
            <a:pPr marL="0" indent="0">
              <a:buNone/>
            </a:pPr>
            <a:r>
              <a:rPr lang="en" sz="1000" b="1" spc="180">
                <a:solidFill>
                  <a:schemeClr val="accent3"/>
                </a:solidFill>
                <a:latin typeface="Roboto"/>
              </a:rPr>
              <a:t>CLASS-LEVEL MEMORY  ·  ONE COPY</a:t>
            </a:r>
          </a:p>
        </p:txBody>
      </p:sp>
      <p:sp>
        <p:nvSpPr>
          <p:cNvPr id="33" name="G33"/>
          <p:cNvSpPr txBox="1"/>
          <p:nvPr/>
        </p:nvSpPr>
        <p:spPr>
          <a:xfrm>
            <a:off x="611700" y="1840000"/>
            <a:ext cx="3800000" cy="340000"/>
          </a:xfrm>
          <a:prstGeom prst="rect">
            <a:avLst/>
          </a:prstGeom>
          <a:noFill/>
        </p:spPr>
        <p:txBody>
          <a:bodyPr wrap="square" lIns="0" tIns="0" rIns="0" bIns="0" anchor="t" anchorCtr="0">
            <a:noAutofit/>
          </a:bodyPr>
          <a:lstStyle/>
          <a:p>
            <a:pPr marL="0" indent="0" algn="l">
              <a:buNone/>
            </a:pPr>
            <a:r>
              <a:rPr lang="en" sz="1400" b="1">
                <a:solidFill>
                  <a:schemeClr val="dk2"/>
                </a:solidFill>
                <a:latin typeface="Roboto"/>
              </a:rPr>
              <a:t>static &amp; final live here</a:t>
            </a:r>
          </a:p>
        </p:txBody>
      </p:sp>
      <p:sp>
        <p:nvSpPr>
          <p:cNvPr id="34" name="T34"/>
          <p:cNvSpPr txBox="1"/>
          <p:nvPr/>
        </p:nvSpPr>
        <p:spPr>
          <a:xfrm>
            <a:off x="611700" y="2140000"/>
            <a:ext cx="3800000" cy="220000"/>
          </a:xfrm>
          <a:prstGeom prst="rect">
            <a:avLst/>
          </a:prstGeom>
          <a:noFill/>
        </p:spPr>
        <p:txBody>
          <a:bodyPr wrap="square" lIns="0" tIns="0" rIns="0" bIns="0" anchor="t">
            <a:noAutofit/>
          </a:bodyPr>
          <a:lstStyle/>
          <a:p>
            <a:pPr marL="0" indent="0">
              <a:buNone/>
            </a:pPr>
            <a:r>
              <a:rPr lang="en" sz="1000" b="0">
                <a:solidFill>
                  <a:schemeClr val="lt2"/>
                </a:solidFill>
                <a:latin typeface="Roboto"/>
              </a:rPr>
              <a:t>One copy — shared by every instance.</a:t>
            </a:r>
          </a:p>
        </p:txBody>
      </p:sp>
      <p:sp>
        <p:nvSpPr>
          <p:cNvPr id="40" name="R40"/>
          <p:cNvSpPr/>
          <p:nvPr/>
        </p:nvSpPr>
        <p:spPr>
          <a:xfrm>
            <a:off x="4900000" y="1620000"/>
            <a:ext cx="3680000" cy="360000"/>
          </a:xfrm>
          <a:prstGeom prst="roundRect">
            <a:avLst>
              <a:gd name="adj" fmla="val 16000"/>
            </a:avLst>
          </a:prstGeom>
          <a:solidFill>
            <a:schemeClr val="accent3">
              <a:alpha val="13000"/>
            </a:schemeClr>
          </a:solidFill>
          <a:ln>
            <a:noFill/>
          </a:ln>
        </p:spPr>
        <p:txBody>
          <a:bodyPr/>
          <a:lstStyle/>
          <a:p>
            <a:endParaRPr/>
          </a:p>
        </p:txBody>
      </p:sp>
      <p:sp>
        <p:nvSpPr>
          <p:cNvPr id="41" name="G41"/>
          <p:cNvSpPr txBox="1"/>
          <p:nvPr/>
        </p:nvSpPr>
        <p:spPr>
          <a:xfrm>
            <a:off x="5040000" y="1620000"/>
            <a:ext cx="3400000" cy="360000"/>
          </a:xfrm>
          <a:prstGeom prst="rect">
            <a:avLst/>
          </a:prstGeom>
          <a:noFill/>
        </p:spPr>
        <p:txBody>
          <a:bodyPr wrap="square" lIns="0" tIns="0" rIns="0" bIns="0" anchor="ctr" anchorCtr="0">
            <a:noAutofit/>
          </a:bodyPr>
          <a:lstStyle/>
          <a:p>
            <a:pPr marL="0" indent="0" algn="l">
              <a:buNone/>
            </a:pPr>
            <a:r>
              <a:rPr lang="en" sz="1200" b="1">
                <a:solidFill>
                  <a:schemeClr val="dk1"/>
                </a:solidFill>
                <a:latin typeface="Consolas"/>
              </a:rPr>
              <a:t>static int dogCount = 2</a:t>
            </a:r>
          </a:p>
        </p:txBody>
      </p:sp>
      <p:sp>
        <p:nvSpPr>
          <p:cNvPr id="42" name="R42"/>
          <p:cNvSpPr/>
          <p:nvPr/>
        </p:nvSpPr>
        <p:spPr>
          <a:xfrm>
            <a:off x="4900000" y="1980000"/>
            <a:ext cx="3680000" cy="360000"/>
          </a:xfrm>
          <a:prstGeom prst="roundRect">
            <a:avLst>
              <a:gd name="adj" fmla="val 16000"/>
            </a:avLst>
          </a:prstGeom>
          <a:solidFill>
            <a:schemeClr val="accent6">
              <a:alpha val="13000"/>
            </a:schemeClr>
          </a:solidFill>
          <a:ln>
            <a:noFill/>
          </a:ln>
        </p:spPr>
        <p:txBody>
          <a:bodyPr/>
          <a:lstStyle/>
          <a:p>
            <a:endParaRPr/>
          </a:p>
        </p:txBody>
      </p:sp>
      <p:sp>
        <p:nvSpPr>
          <p:cNvPr id="43" name="G43"/>
          <p:cNvSpPr txBox="1"/>
          <p:nvPr/>
        </p:nvSpPr>
        <p:spPr>
          <a:xfrm>
            <a:off x="5040000" y="1980000"/>
            <a:ext cx="3400000" cy="360000"/>
          </a:xfrm>
          <a:prstGeom prst="rect">
            <a:avLst/>
          </a:prstGeom>
          <a:noFill/>
        </p:spPr>
        <p:txBody>
          <a:bodyPr wrap="square" lIns="0" tIns="0" rIns="0" bIns="0" anchor="ctr" anchorCtr="0">
            <a:noAutofit/>
          </a:bodyPr>
          <a:lstStyle/>
          <a:p>
            <a:pPr marL="0" indent="0" algn="l">
              <a:buNone/>
            </a:pPr>
            <a:r>
              <a:rPr lang="en" sz="1200" b="1">
                <a:solidFill>
                  <a:schemeClr val="dk1"/>
                </a:solidFill>
                <a:latin typeface="Consolas"/>
              </a:rPr>
              <a:t>final int LEGS = 4</a:t>
            </a:r>
          </a:p>
        </p:txBody>
      </p:sp>
      <p:cxnSp>
        <p:nvCxnSpPr>
          <p:cNvPr id="50" name="Conn50"/>
          <p:cNvCxnSpPr/>
          <p:nvPr/>
        </p:nvCxnSpPr>
        <p:spPr>
          <a:xfrm>
            <a:off x="2311700" y="2380000"/>
            <a:ext cx="0" cy="360000"/>
          </a:xfrm>
          <a:prstGeom prst="straightConnector1">
            <a:avLst/>
          </a:prstGeom>
          <a:ln w="19050">
            <a:solidFill>
              <a:schemeClr val="accent6">
                <a:alpha val="75000"/>
              </a:schemeClr>
            </a:solidFill>
            <a:prstDash val="dash"/>
            <a:headEnd type="triangle" w="med" len="med"/>
          </a:ln>
        </p:spPr>
      </p:cxnSp>
      <p:cxnSp>
        <p:nvCxnSpPr>
          <p:cNvPr id="51" name="Conn51"/>
          <p:cNvCxnSpPr/>
          <p:nvPr/>
        </p:nvCxnSpPr>
        <p:spPr>
          <a:xfrm>
            <a:off x="6832300" y="2380000"/>
            <a:ext cx="0" cy="360000"/>
          </a:xfrm>
          <a:prstGeom prst="straightConnector1">
            <a:avLst/>
          </a:prstGeom>
          <a:ln w="19050">
            <a:solidFill>
              <a:schemeClr val="accent6">
                <a:alpha val="75000"/>
              </a:schemeClr>
            </a:solidFill>
            <a:prstDash val="dash"/>
            <a:headEnd type="triangle" w="med" len="med"/>
          </a:ln>
        </p:spPr>
      </p:cxnSp>
      <p:sp>
        <p:nvSpPr>
          <p:cNvPr id="60" name="Eyebrow"/>
          <p:cNvSpPr txBox="1"/>
          <p:nvPr/>
        </p:nvSpPr>
        <p:spPr>
          <a:xfrm>
            <a:off x="311700" y="2470000"/>
            <a:ext cx="3000000" cy="200000"/>
          </a:xfrm>
          <a:prstGeom prst="rect">
            <a:avLst/>
          </a:prstGeom>
          <a:noFill/>
        </p:spPr>
        <p:txBody>
          <a:bodyPr wrap="square" lIns="0" tIns="0" rIns="0" bIns="0" anchor="t">
            <a:noAutofit/>
          </a:bodyPr>
          <a:lstStyle/>
          <a:p>
            <a:pPr marL="0" indent="0">
              <a:buNone/>
            </a:pPr>
            <a:r>
              <a:rPr lang="en" sz="1000" b="1" spc="180">
                <a:solidFill>
                  <a:schemeClr val="accent2"/>
                </a:solidFill>
                <a:latin typeface="Roboto"/>
              </a:rPr>
              <a:t>PER-INSTANCE MEMORY</a:t>
            </a:r>
          </a:p>
        </p:txBody>
      </p:sp>
      <p:sp>
        <p:nvSpPr>
          <p:cNvPr id="100" name="Card100"/>
          <p:cNvSpPr/>
          <p:nvPr/>
        </p:nvSpPr>
        <p:spPr>
          <a:xfrm>
            <a:off x="311700" y="2740000"/>
            <a:ext cx="4000000" cy="154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101" name="R101"/>
          <p:cNvSpPr/>
          <p:nvPr/>
        </p:nvSpPr>
        <p:spPr>
          <a:xfrm>
            <a:off x="401700" y="2830000"/>
            <a:ext cx="3820000" cy="400000"/>
          </a:xfrm>
          <a:prstGeom prst="roundRect">
            <a:avLst>
              <a:gd name="adj" fmla="val 14000"/>
            </a:avLst>
          </a:prstGeom>
          <a:solidFill>
            <a:schemeClr val="accent2"/>
          </a:solidFill>
          <a:ln>
            <a:noFill/>
          </a:ln>
        </p:spPr>
        <p:txBody>
          <a:bodyPr/>
          <a:lstStyle/>
          <a:p>
            <a:endParaRPr/>
          </a:p>
        </p:txBody>
      </p:sp>
      <p:sp>
        <p:nvSpPr>
          <p:cNvPr id="102" name="G102"/>
          <p:cNvSpPr txBox="1"/>
          <p:nvPr/>
        </p:nvSpPr>
        <p:spPr>
          <a:xfrm>
            <a:off x="561700" y="2830000"/>
            <a:ext cx="2380000" cy="400000"/>
          </a:xfrm>
          <a:prstGeom prst="rect">
            <a:avLst/>
          </a:prstGeom>
          <a:noFill/>
        </p:spPr>
        <p:txBody>
          <a:bodyPr wrap="square" lIns="0" tIns="0" rIns="0" bIns="0" anchor="ctr" anchorCtr="0">
            <a:noAutofit/>
          </a:bodyPr>
          <a:lstStyle/>
          <a:p>
            <a:pPr marL="0" indent="0" algn="l">
              <a:buNone/>
            </a:pPr>
            <a:r>
              <a:rPr lang="en" sz="1500" b="1">
                <a:solidFill>
                  <a:schemeClr val="lt1"/>
                </a:solidFill>
                <a:latin typeface="Consolas"/>
              </a:rPr>
              <a:t>rex : Dog</a:t>
            </a:r>
          </a:p>
        </p:txBody>
      </p:sp>
      <p:sp>
        <p:nvSpPr>
          <p:cNvPr id="106" name="G106"/>
          <p:cNvSpPr txBox="1"/>
          <p:nvPr/>
        </p:nvSpPr>
        <p:spPr>
          <a:xfrm>
            <a:off x="2961700" y="2830000"/>
            <a:ext cx="1200000" cy="400000"/>
          </a:xfrm>
          <a:prstGeom prst="rect">
            <a:avLst/>
          </a:prstGeom>
          <a:noFill/>
        </p:spPr>
        <p:txBody>
          <a:bodyPr wrap="square" lIns="0" tIns="0" rIns="0" bIns="0" anchor="ctr" anchorCtr="0">
            <a:noAutofit/>
          </a:bodyPr>
          <a:lstStyle/>
          <a:p>
            <a:pPr marL="0" indent="0" algn="r">
              <a:buNone/>
            </a:pPr>
            <a:r>
              <a:rPr lang="en" sz="950" b="1">
                <a:solidFill>
                  <a:schemeClr val="lt1">
                    <a:alpha val="72000"/>
                  </a:schemeClr>
                </a:solidFill>
                <a:latin typeface="Consolas"/>
              </a:rPr>
              <a:t>@heap 0x1A3F</a:t>
            </a:r>
          </a:p>
        </p:txBody>
      </p:sp>
      <p:sp>
        <p:nvSpPr>
          <p:cNvPr id="107" name="R107"/>
          <p:cNvSpPr/>
          <p:nvPr/>
        </p:nvSpPr>
        <p:spPr>
          <a:xfrm>
            <a:off x="561700" y="3330000"/>
            <a:ext cx="3500000" cy="12000"/>
          </a:xfrm>
          <a:prstGeom prst="rect">
            <a:avLst/>
          </a:prstGeom>
          <a:solidFill>
            <a:schemeClr val="lt2">
              <a:alpha val="30000"/>
            </a:schemeClr>
          </a:solidFill>
          <a:ln>
            <a:noFill/>
          </a:ln>
        </p:spPr>
        <p:txBody>
          <a:bodyPr/>
          <a:lstStyle/>
          <a:p>
            <a:endParaRPr/>
          </a:p>
        </p:txBody>
      </p:sp>
      <p:sp>
        <p:nvSpPr>
          <p:cNvPr id="103" name="Eyebrow"/>
          <p:cNvSpPr txBox="1"/>
          <p:nvPr/>
        </p:nvSpPr>
        <p:spPr>
          <a:xfrm>
            <a:off x="561700" y="3410000"/>
            <a:ext cx="3500000" cy="200000"/>
          </a:xfrm>
          <a:prstGeom prst="rect">
            <a:avLst/>
          </a:prstGeom>
          <a:noFill/>
        </p:spPr>
        <p:txBody>
          <a:bodyPr wrap="square" lIns="0" tIns="0" rIns="0" bIns="0" anchor="t">
            <a:noAutofit/>
          </a:bodyPr>
          <a:lstStyle/>
          <a:p>
            <a:pPr marL="0" indent="0">
              <a:buNone/>
            </a:pPr>
            <a:r>
              <a:rPr lang="en" sz="1000" b="1" spc="180">
                <a:solidFill>
                  <a:schemeClr val="accent2"/>
                </a:solidFill>
                <a:latin typeface="Roboto"/>
              </a:rPr>
              <a:t>INSTANCE VARIABLES</a:t>
            </a:r>
          </a:p>
        </p:txBody>
      </p:sp>
      <p:sp>
        <p:nvSpPr>
          <p:cNvPr id="104" name="FL104"/>
          <p:cNvSpPr txBox="1"/>
          <p:nvPr/>
        </p:nvSpPr>
        <p:spPr>
          <a:xfrm>
            <a:off x="561700" y="3650000"/>
            <a:ext cx="3500000" cy="540000"/>
          </a:xfrm>
          <a:prstGeom prst="rect">
            <a:avLst/>
          </a:prstGeom>
          <a:noFill/>
        </p:spPr>
        <p:txBody>
          <a:bodyPr wrap="square" lIns="0" tIns="0" rIns="0" bIns="0" anchor="t">
            <a:noAutofit/>
          </a:bodyPr>
          <a:lstStyle/>
          <a:p>
            <a:pPr marL="0" indent="0">
              <a:spcAft>
                <a:spcPts val="300"/>
              </a:spcAft>
              <a:buNone/>
            </a:pPr>
            <a:r>
              <a:rPr lang="en" sz="1100" b="0">
                <a:solidFill>
                  <a:schemeClr val="lt2"/>
                </a:solidFill>
                <a:latin typeface="Consolas"/>
              </a:rPr>
              <a:t>name = </a:t>
            </a:r>
            <a:r>
              <a:rPr lang="en" sz="1100" b="1">
                <a:solidFill>
                  <a:schemeClr val="dk2"/>
                </a:solidFill>
                <a:latin typeface="Consolas"/>
              </a:rPr>
              <a:t>"Rex"</a:t>
            </a:r>
          </a:p>
          <a:p>
            <a:pPr marL="0" indent="0">
              <a:spcAft>
                <a:spcPts val="300"/>
              </a:spcAft>
              <a:buNone/>
            </a:pPr>
            <a:r>
              <a:rPr lang="en" sz="1100" b="0">
                <a:solidFill>
                  <a:schemeClr val="lt2"/>
                </a:solidFill>
                <a:latin typeface="Consolas"/>
              </a:rPr>
              <a:t>breed = </a:t>
            </a:r>
            <a:r>
              <a:rPr lang="en" sz="1100" b="1">
                <a:solidFill>
                  <a:schemeClr val="dk2"/>
                </a:solidFill>
                <a:latin typeface="Consolas"/>
              </a:rPr>
              <a:t>"Labrador"</a:t>
            </a:r>
          </a:p>
          <a:p>
            <a:pPr marL="0" indent="0">
              <a:spcAft>
                <a:spcPts val="300"/>
              </a:spcAft>
              <a:buNone/>
            </a:pPr>
            <a:r>
              <a:rPr lang="en" sz="1100" b="0">
                <a:solidFill>
                  <a:schemeClr val="lt2"/>
                </a:solidFill>
                <a:latin typeface="Consolas"/>
              </a:rPr>
              <a:t>age = </a:t>
            </a:r>
            <a:r>
              <a:rPr lang="en" sz="1100" b="1">
                <a:solidFill>
                  <a:schemeClr val="dk2"/>
                </a:solidFill>
                <a:latin typeface="Consolas"/>
              </a:rPr>
              <a:t>4</a:t>
            </a:r>
          </a:p>
        </p:txBody>
      </p:sp>
      <p:sp>
        <p:nvSpPr>
          <p:cNvPr id="130" name="Card130"/>
          <p:cNvSpPr/>
          <p:nvPr/>
        </p:nvSpPr>
        <p:spPr>
          <a:xfrm>
            <a:off x="4832300" y="2740000"/>
            <a:ext cx="4000000" cy="1540000"/>
          </a:xfrm>
          <a:prstGeom prst="roundRect">
            <a:avLst>
              <a:gd name="adj" fmla="val 6000"/>
            </a:avLst>
          </a:prstGeom>
          <a:solidFill>
            <a:schemeClr val="lt1"/>
          </a:solidFill>
          <a:ln w="9525">
            <a:solidFill>
              <a:schemeClr val="lt2">
                <a:alpha val="45000"/>
              </a:schemeClr>
            </a:solidFill>
          </a:ln>
          <a:effectLst>
            <a:outerShdw blurRad="90000" dist="38000" dir="5400000" rotWithShape="0">
              <a:srgbClr val="1E3A8A">
                <a:alpha val="16000"/>
              </a:srgbClr>
            </a:outerShdw>
          </a:effectLst>
        </p:spPr>
        <p:txBody>
          <a:bodyPr/>
          <a:lstStyle/>
          <a:p>
            <a:endParaRPr/>
          </a:p>
        </p:txBody>
      </p:sp>
      <p:sp>
        <p:nvSpPr>
          <p:cNvPr id="131" name="R131"/>
          <p:cNvSpPr/>
          <p:nvPr/>
        </p:nvSpPr>
        <p:spPr>
          <a:xfrm>
            <a:off x="4922300" y="2830000"/>
            <a:ext cx="3820000" cy="400000"/>
          </a:xfrm>
          <a:prstGeom prst="roundRect">
            <a:avLst>
              <a:gd name="adj" fmla="val 14000"/>
            </a:avLst>
          </a:prstGeom>
          <a:solidFill>
            <a:schemeClr val="accent5"/>
          </a:solidFill>
          <a:ln>
            <a:noFill/>
          </a:ln>
        </p:spPr>
        <p:txBody>
          <a:bodyPr/>
          <a:lstStyle/>
          <a:p>
            <a:endParaRPr/>
          </a:p>
        </p:txBody>
      </p:sp>
      <p:sp>
        <p:nvSpPr>
          <p:cNvPr id="132" name="G132"/>
          <p:cNvSpPr txBox="1"/>
          <p:nvPr/>
        </p:nvSpPr>
        <p:spPr>
          <a:xfrm>
            <a:off x="5082300" y="2830000"/>
            <a:ext cx="2380000" cy="400000"/>
          </a:xfrm>
          <a:prstGeom prst="rect">
            <a:avLst/>
          </a:prstGeom>
          <a:noFill/>
        </p:spPr>
        <p:txBody>
          <a:bodyPr wrap="square" lIns="0" tIns="0" rIns="0" bIns="0" anchor="ctr" anchorCtr="0">
            <a:noAutofit/>
          </a:bodyPr>
          <a:lstStyle/>
          <a:p>
            <a:pPr marL="0" indent="0" algn="l">
              <a:buNone/>
            </a:pPr>
            <a:r>
              <a:rPr lang="en" sz="1500" b="1">
                <a:solidFill>
                  <a:schemeClr val="lt1"/>
                </a:solidFill>
                <a:latin typeface="Consolas"/>
              </a:rPr>
              <a:t>bella : Dog</a:t>
            </a:r>
          </a:p>
        </p:txBody>
      </p:sp>
      <p:sp>
        <p:nvSpPr>
          <p:cNvPr id="136" name="G136"/>
          <p:cNvSpPr txBox="1"/>
          <p:nvPr/>
        </p:nvSpPr>
        <p:spPr>
          <a:xfrm>
            <a:off x="7482300" y="2830000"/>
            <a:ext cx="1200000" cy="400000"/>
          </a:xfrm>
          <a:prstGeom prst="rect">
            <a:avLst/>
          </a:prstGeom>
          <a:noFill/>
        </p:spPr>
        <p:txBody>
          <a:bodyPr wrap="square" lIns="0" tIns="0" rIns="0" bIns="0" anchor="ctr" anchorCtr="0">
            <a:noAutofit/>
          </a:bodyPr>
          <a:lstStyle/>
          <a:p>
            <a:pPr marL="0" indent="0" algn="r">
              <a:buNone/>
            </a:pPr>
            <a:r>
              <a:rPr lang="en" sz="950" b="1">
                <a:solidFill>
                  <a:schemeClr val="lt1">
                    <a:alpha val="72000"/>
                  </a:schemeClr>
                </a:solidFill>
                <a:latin typeface="Consolas"/>
              </a:rPr>
              <a:t>@heap 0x2B77</a:t>
            </a:r>
          </a:p>
        </p:txBody>
      </p:sp>
      <p:sp>
        <p:nvSpPr>
          <p:cNvPr id="137" name="R137"/>
          <p:cNvSpPr/>
          <p:nvPr/>
        </p:nvSpPr>
        <p:spPr>
          <a:xfrm>
            <a:off x="5082300" y="3330000"/>
            <a:ext cx="3500000" cy="12000"/>
          </a:xfrm>
          <a:prstGeom prst="rect">
            <a:avLst/>
          </a:prstGeom>
          <a:solidFill>
            <a:schemeClr val="lt2">
              <a:alpha val="30000"/>
            </a:schemeClr>
          </a:solidFill>
          <a:ln>
            <a:noFill/>
          </a:ln>
        </p:spPr>
        <p:txBody>
          <a:bodyPr/>
          <a:lstStyle/>
          <a:p>
            <a:endParaRPr/>
          </a:p>
        </p:txBody>
      </p:sp>
      <p:sp>
        <p:nvSpPr>
          <p:cNvPr id="133" name="Eyebrow"/>
          <p:cNvSpPr txBox="1"/>
          <p:nvPr/>
        </p:nvSpPr>
        <p:spPr>
          <a:xfrm>
            <a:off x="5082300" y="3410000"/>
            <a:ext cx="3500000" cy="200000"/>
          </a:xfrm>
          <a:prstGeom prst="rect">
            <a:avLst/>
          </a:prstGeom>
          <a:noFill/>
        </p:spPr>
        <p:txBody>
          <a:bodyPr wrap="square" lIns="0" tIns="0" rIns="0" bIns="0" anchor="t">
            <a:noAutofit/>
          </a:bodyPr>
          <a:lstStyle/>
          <a:p>
            <a:pPr marL="0" indent="0">
              <a:buNone/>
            </a:pPr>
            <a:r>
              <a:rPr lang="en" sz="1000" b="1" spc="180">
                <a:solidFill>
                  <a:schemeClr val="accent5"/>
                </a:solidFill>
                <a:latin typeface="Roboto"/>
              </a:rPr>
              <a:t>INSTANCE VARIABLES</a:t>
            </a:r>
          </a:p>
        </p:txBody>
      </p:sp>
      <p:sp>
        <p:nvSpPr>
          <p:cNvPr id="134" name="FL134"/>
          <p:cNvSpPr txBox="1"/>
          <p:nvPr/>
        </p:nvSpPr>
        <p:spPr>
          <a:xfrm>
            <a:off x="5082300" y="3650000"/>
            <a:ext cx="3500000" cy="540000"/>
          </a:xfrm>
          <a:prstGeom prst="rect">
            <a:avLst/>
          </a:prstGeom>
          <a:noFill/>
        </p:spPr>
        <p:txBody>
          <a:bodyPr wrap="square" lIns="0" tIns="0" rIns="0" bIns="0" anchor="t">
            <a:noAutofit/>
          </a:bodyPr>
          <a:lstStyle/>
          <a:p>
            <a:pPr marL="0" indent="0">
              <a:spcAft>
                <a:spcPts val="300"/>
              </a:spcAft>
              <a:buNone/>
            </a:pPr>
            <a:r>
              <a:rPr lang="en" sz="1100" b="0">
                <a:solidFill>
                  <a:schemeClr val="lt2"/>
                </a:solidFill>
                <a:latin typeface="Consolas"/>
              </a:rPr>
              <a:t>name = </a:t>
            </a:r>
            <a:r>
              <a:rPr lang="en" sz="1100" b="1">
                <a:solidFill>
                  <a:schemeClr val="dk2"/>
                </a:solidFill>
                <a:latin typeface="Consolas"/>
              </a:rPr>
              <a:t>"Bella"</a:t>
            </a:r>
          </a:p>
          <a:p>
            <a:pPr marL="0" indent="0">
              <a:spcAft>
                <a:spcPts val="300"/>
              </a:spcAft>
              <a:buNone/>
            </a:pPr>
            <a:r>
              <a:rPr lang="en" sz="1100" b="0">
                <a:solidFill>
                  <a:schemeClr val="lt2"/>
                </a:solidFill>
                <a:latin typeface="Consolas"/>
              </a:rPr>
              <a:t>breed = </a:t>
            </a:r>
            <a:r>
              <a:rPr lang="en" sz="1100" b="1">
                <a:solidFill>
                  <a:schemeClr val="dk2"/>
                </a:solidFill>
                <a:latin typeface="Consolas"/>
              </a:rPr>
              <a:t>"Poodle"</a:t>
            </a:r>
          </a:p>
          <a:p>
            <a:pPr marL="0" indent="0">
              <a:spcAft>
                <a:spcPts val="300"/>
              </a:spcAft>
              <a:buNone/>
            </a:pPr>
            <a:r>
              <a:rPr lang="en" sz="1100" b="0">
                <a:solidFill>
                  <a:schemeClr val="lt2"/>
                </a:solidFill>
                <a:latin typeface="Consolas"/>
              </a:rPr>
              <a:t>age = </a:t>
            </a:r>
            <a:r>
              <a:rPr lang="en" sz="1100" b="1">
                <a:solidFill>
                  <a:schemeClr val="dk2"/>
                </a:solidFill>
                <a:latin typeface="Consolas"/>
              </a:rPr>
              <a:t>2</a:t>
            </a:r>
          </a:p>
        </p:txBody>
      </p:sp>
      <p:sp>
        <p:nvSpPr>
          <p:cNvPr id="90" name="R90"/>
          <p:cNvSpPr/>
          <p:nvPr/>
        </p:nvSpPr>
        <p:spPr>
          <a:xfrm>
            <a:off x="311700" y="4360000"/>
            <a:ext cx="8520600" cy="300000"/>
          </a:xfrm>
          <a:prstGeom prst="roundRect">
            <a:avLst>
              <a:gd name="adj" fmla="val 20000"/>
            </a:avLst>
          </a:prstGeom>
          <a:solidFill>
            <a:schemeClr val="accent2">
              <a:alpha val="10000"/>
            </a:schemeClr>
          </a:solidFill>
          <a:ln>
            <a:noFill/>
          </a:ln>
        </p:spPr>
        <p:txBody>
          <a:bodyPr/>
          <a:lstStyle/>
          <a:p>
            <a:endParaRPr/>
          </a:p>
        </p:txBody>
      </p:sp>
      <p:sp>
        <p:nvSpPr>
          <p:cNvPr id="91" name="Take"/>
          <p:cNvSpPr txBox="1"/>
          <p:nvPr/>
        </p:nvSpPr>
        <p:spPr>
          <a:xfrm>
            <a:off x="311700" y="4360000"/>
            <a:ext cx="8520600" cy="300000"/>
          </a:xfrm>
          <a:prstGeom prst="roundRect">
            <a:avLst>
              <a:gd name="adj" fmla="val 20000"/>
            </a:avLst>
          </a:prstGeom>
          <a:noFill/>
        </p:spPr>
        <p:txBody>
          <a:bodyPr wrap="square" lIns="137160" tIns="0" rIns="137160" bIns="0" anchor="ctr">
            <a:noAutofit/>
          </a:bodyPr>
          <a:lstStyle/>
          <a:p>
            <a:pPr marL="0" indent="0" algn="ctr">
              <a:buNone/>
            </a:pPr>
            <a:r>
              <a:rPr lang="en" sz="1200" b="1">
                <a:solidFill>
                  <a:schemeClr val="accent2"/>
                </a:solidFill>
                <a:latin typeface="Roboto"/>
              </a:rPr>
              <a:t>Instance variables differ per object — </a:t>
            </a:r>
            <a:r>
              <a:rPr lang="en" sz="1200" b="0">
                <a:solidFill>
                  <a:schemeClr val="dk2"/>
                </a:solidFill>
                <a:latin typeface="Roboto"/>
              </a:rPr>
              <a:t>static and final give the whole class one shared, constant copy.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Putting It Together: The Dog Class</a:t>
            </a:r>
          </a:p>
        </p:txBody>
      </p:sp>
      <p:sp>
        <p:nvSpPr>
          <p:cNvPr id="20" name="Subhead"/>
          <p:cNvSpPr txBox="1"/>
          <p:nvPr/>
        </p:nvSpPr>
        <p:spPr>
          <a:xfrm>
            <a:off x="311700" y="1055000"/>
            <a:ext cx="8520600" cy="300000"/>
          </a:xfrm>
          <a:prstGeom prst="rect">
            <a:avLst/>
          </a:prstGeom>
          <a:noFill/>
        </p:spPr>
        <p:txBody>
          <a:bodyPr wrap="square" lIns="0" tIns="0" rIns="0" bIns="0" anchor="t">
            <a:noAutofit/>
          </a:bodyPr>
          <a:lstStyle/>
          <a:p>
            <a:pPr marL="0" indent="0">
              <a:buNone/>
            </a:pPr>
            <a:r>
              <a:rPr lang="en" sz="1300" dirty="0">
                <a:solidFill>
                  <a:schemeClr val="lt2"/>
                </a:solidFill>
                <a:latin typeface="Roboto"/>
              </a:rPr>
              <a:t>Fields, a constructor, a getter, and a method</a:t>
            </a:r>
            <a:r>
              <a:rPr lang="en" sz="1300">
                <a:solidFill>
                  <a:schemeClr val="lt2"/>
                </a:solidFill>
                <a:latin typeface="Roboto"/>
              </a:rPr>
              <a:t> — the last few slides, in real Java.</a:t>
            </a:r>
            <a:endParaRPr lang="en" sz="1300" dirty="0">
              <a:solidFill>
                <a:schemeClr val="lt2"/>
              </a:solidFill>
              <a:latin typeface="Roboto"/>
            </a:endParaRPr>
          </a:p>
        </p:txBody>
      </p:sp>
      <p:sp>
        <p:nvSpPr>
          <p:cNvPr id="30" name="R30"/>
          <p:cNvSpPr/>
          <p:nvPr/>
        </p:nvSpPr>
        <p:spPr>
          <a:xfrm>
            <a:off x="311700" y="1440000"/>
            <a:ext cx="8520600" cy="3120000"/>
          </a:xfrm>
          <a:prstGeom prst="roundRect">
            <a:avLst>
              <a:gd name="adj" fmla="val 4000"/>
            </a:avLst>
          </a:prstGeom>
          <a:solidFill>
            <a:srgbClr val="1E293B"/>
          </a:solidFill>
          <a:ln w="9525">
            <a:solidFill>
              <a:srgbClr val="334155"/>
            </a:solidFill>
          </a:ln>
        </p:spPr>
        <p:txBody>
          <a:bodyPr/>
          <a:lstStyle/>
          <a:p>
            <a:endParaRPr/>
          </a:p>
        </p:txBody>
      </p:sp>
      <p:sp>
        <p:nvSpPr>
          <p:cNvPr id="31" name="Dot31"/>
          <p:cNvSpPr/>
          <p:nvPr/>
        </p:nvSpPr>
        <p:spPr>
          <a:xfrm>
            <a:off x="471700" y="1576000"/>
            <a:ext cx="88000" cy="88000"/>
          </a:xfrm>
          <a:prstGeom prst="ellipse">
            <a:avLst/>
          </a:prstGeom>
          <a:solidFill>
            <a:srgbClr val="EF4444"/>
          </a:solidFill>
          <a:ln>
            <a:noFill/>
          </a:ln>
        </p:spPr>
        <p:txBody>
          <a:bodyPr/>
          <a:lstStyle/>
          <a:p>
            <a:endParaRPr/>
          </a:p>
        </p:txBody>
      </p:sp>
      <p:sp>
        <p:nvSpPr>
          <p:cNvPr id="32" name="Dot32"/>
          <p:cNvSpPr/>
          <p:nvPr/>
        </p:nvSpPr>
        <p:spPr>
          <a:xfrm>
            <a:off x="601700" y="1576000"/>
            <a:ext cx="88000" cy="88000"/>
          </a:xfrm>
          <a:prstGeom prst="ellipse">
            <a:avLst/>
          </a:prstGeom>
          <a:solidFill>
            <a:srgbClr val="F59E0B"/>
          </a:solidFill>
          <a:ln>
            <a:noFill/>
          </a:ln>
        </p:spPr>
        <p:txBody>
          <a:bodyPr/>
          <a:lstStyle/>
          <a:p>
            <a:endParaRPr/>
          </a:p>
        </p:txBody>
      </p:sp>
      <p:sp>
        <p:nvSpPr>
          <p:cNvPr id="33" name="Dot33"/>
          <p:cNvSpPr/>
          <p:nvPr/>
        </p:nvSpPr>
        <p:spPr>
          <a:xfrm>
            <a:off x="731700" y="1576000"/>
            <a:ext cx="88000" cy="88000"/>
          </a:xfrm>
          <a:prstGeom prst="ellipse">
            <a:avLst/>
          </a:prstGeom>
          <a:solidFill>
            <a:srgbClr val="22C55E"/>
          </a:solidFill>
          <a:ln>
            <a:noFill/>
          </a:ln>
        </p:spPr>
        <p:txBody>
          <a:bodyPr/>
          <a:lstStyle/>
          <a:p>
            <a:endParaRPr/>
          </a:p>
        </p:txBody>
      </p:sp>
      <p:sp>
        <p:nvSpPr>
          <p:cNvPr id="34" name="G34"/>
          <p:cNvSpPr txBox="1"/>
          <p:nvPr/>
        </p:nvSpPr>
        <p:spPr>
          <a:xfrm>
            <a:off x="861700" y="1440000"/>
            <a:ext cx="3000000" cy="360000"/>
          </a:xfrm>
          <a:prstGeom prst="rect">
            <a:avLst/>
          </a:prstGeom>
          <a:noFill/>
        </p:spPr>
        <p:txBody>
          <a:bodyPr wrap="square" lIns="0" tIns="0" rIns="0" bIns="0" anchor="ctr" anchorCtr="0">
            <a:noAutofit/>
          </a:bodyPr>
          <a:lstStyle/>
          <a:p>
            <a:pPr marL="0" indent="0" algn="l">
              <a:buNone/>
            </a:pPr>
            <a:r>
              <a:rPr lang="en" sz="1050" b="1">
                <a:solidFill>
                  <a:srgbClr val="CBD5E1"/>
                </a:solidFill>
                <a:latin typeface="Consolas"/>
              </a:rPr>
              <a:t>Dog.java</a:t>
            </a:r>
          </a:p>
        </p:txBody>
      </p:sp>
      <p:sp>
        <p:nvSpPr>
          <p:cNvPr id="35" name="R35"/>
          <p:cNvSpPr/>
          <p:nvPr/>
        </p:nvSpPr>
        <p:spPr>
          <a:xfrm>
            <a:off x="7995000" y="1503000"/>
            <a:ext cx="700000" cy="236000"/>
          </a:xfrm>
          <a:prstGeom prst="roundRect">
            <a:avLst>
              <a:gd name="adj" fmla="val 26000"/>
            </a:avLst>
          </a:prstGeom>
          <a:solidFill>
            <a:srgbClr val="3B4B63"/>
          </a:solidFill>
          <a:ln>
            <a:noFill/>
          </a:ln>
        </p:spPr>
        <p:txBody>
          <a:bodyPr/>
          <a:lstStyle/>
          <a:p>
            <a:endParaRPr/>
          </a:p>
        </p:txBody>
      </p:sp>
      <p:sp>
        <p:nvSpPr>
          <p:cNvPr id="36" name="G36"/>
          <p:cNvSpPr txBox="1"/>
          <p:nvPr/>
        </p:nvSpPr>
        <p:spPr>
          <a:xfrm>
            <a:off x="7995000" y="1503000"/>
            <a:ext cx="700000" cy="236000"/>
          </a:xfrm>
          <a:prstGeom prst="rect">
            <a:avLst/>
          </a:prstGeom>
          <a:noFill/>
        </p:spPr>
        <p:txBody>
          <a:bodyPr wrap="square" lIns="0" tIns="0" rIns="0" bIns="0" anchor="ctr" anchorCtr="0">
            <a:noAutofit/>
          </a:bodyPr>
          <a:lstStyle/>
          <a:p>
            <a:pPr marL="0" indent="0" algn="ctr">
              <a:buNone/>
            </a:pPr>
            <a:r>
              <a:rPr lang="en" sz="900" b="1">
                <a:solidFill>
                  <a:srgbClr val="93C5FD"/>
                </a:solidFill>
                <a:latin typeface="Roboto"/>
              </a:rPr>
              <a:t>JAVA</a:t>
            </a:r>
          </a:p>
        </p:txBody>
      </p:sp>
      <p:sp>
        <p:nvSpPr>
          <p:cNvPr id="37" name="R37"/>
          <p:cNvSpPr/>
          <p:nvPr/>
        </p:nvSpPr>
        <p:spPr>
          <a:xfrm>
            <a:off x="341700" y="1800000"/>
            <a:ext cx="8460600" cy="10000"/>
          </a:xfrm>
          <a:prstGeom prst="rect">
            <a:avLst/>
          </a:prstGeom>
          <a:solidFill>
            <a:srgbClr val="334155"/>
          </a:solidFill>
          <a:ln>
            <a:noFill/>
          </a:ln>
        </p:spPr>
        <p:txBody>
          <a:bodyPr/>
          <a:lstStyle/>
          <a:p>
            <a:endParaRPr/>
          </a:p>
        </p:txBody>
      </p:sp>
      <p:sp>
        <p:nvSpPr>
          <p:cNvPr id="40" name="LineNums"/>
          <p:cNvSpPr txBox="1"/>
          <p:nvPr/>
        </p:nvSpPr>
        <p:spPr>
          <a:xfrm>
            <a:off x="450000" y="1900000"/>
            <a:ext cx="360000" cy="2600000"/>
          </a:xfrm>
          <a:prstGeom prst="rect">
            <a:avLst/>
          </a:prstGeom>
          <a:noFill/>
        </p:spPr>
        <p:txBody>
          <a:bodyPr wrap="square" lIns="0" tIns="0" rIns="0" bIns="0" anchor="t">
            <a:noAutofit/>
          </a:bodyPr>
          <a:lstStyle/>
          <a:p>
            <a:pPr marL="0" indent="0" algn="r">
              <a:spcAft>
                <a:spcPts val="200"/>
              </a:spcAft>
              <a:buNone/>
            </a:pPr>
            <a:r>
              <a:rPr lang="en" sz="1050" b="0">
                <a:solidFill>
                  <a:srgbClr val="475569"/>
                </a:solidFill>
                <a:latin typeface="Consolas"/>
              </a:rPr>
              <a:t>1</a:t>
            </a:r>
          </a:p>
          <a:p>
            <a:pPr marL="0" indent="0" algn="r">
              <a:spcAft>
                <a:spcPts val="200"/>
              </a:spcAft>
              <a:buNone/>
            </a:pPr>
            <a:r>
              <a:rPr lang="en" sz="1050" b="0">
                <a:solidFill>
                  <a:srgbClr val="475569"/>
                </a:solidFill>
                <a:latin typeface="Consolas"/>
              </a:rPr>
              <a:t>2</a:t>
            </a:r>
          </a:p>
          <a:p>
            <a:pPr marL="0" indent="0" algn="r">
              <a:spcAft>
                <a:spcPts val="200"/>
              </a:spcAft>
              <a:buNone/>
            </a:pPr>
            <a:r>
              <a:rPr lang="en" sz="1050" b="0">
                <a:solidFill>
                  <a:srgbClr val="475569"/>
                </a:solidFill>
                <a:latin typeface="Consolas"/>
              </a:rPr>
              <a:t>3</a:t>
            </a:r>
          </a:p>
          <a:p>
            <a:pPr marL="0" indent="0" algn="r">
              <a:spcAft>
                <a:spcPts val="200"/>
              </a:spcAft>
              <a:buNone/>
            </a:pPr>
            <a:r>
              <a:rPr lang="en" sz="1050" b="0">
                <a:solidFill>
                  <a:srgbClr val="475569"/>
                </a:solidFill>
                <a:latin typeface="Consolas"/>
              </a:rPr>
              <a:t>4</a:t>
            </a:r>
          </a:p>
          <a:p>
            <a:pPr marL="0" indent="0" algn="r">
              <a:spcAft>
                <a:spcPts val="200"/>
              </a:spcAft>
              <a:buNone/>
            </a:pPr>
            <a:r>
              <a:rPr lang="en" sz="1050" b="0">
                <a:solidFill>
                  <a:srgbClr val="475569"/>
                </a:solidFill>
                <a:latin typeface="Consolas"/>
              </a:rPr>
              <a:t>5</a:t>
            </a:r>
          </a:p>
          <a:p>
            <a:pPr marL="0" indent="0" algn="r">
              <a:spcAft>
                <a:spcPts val="200"/>
              </a:spcAft>
              <a:buNone/>
            </a:pPr>
            <a:r>
              <a:rPr lang="en" sz="1050" b="0">
                <a:solidFill>
                  <a:srgbClr val="475569"/>
                </a:solidFill>
                <a:latin typeface="Consolas"/>
              </a:rPr>
              <a:t>6</a:t>
            </a:r>
          </a:p>
          <a:p>
            <a:pPr marL="0" indent="0" algn="r">
              <a:spcAft>
                <a:spcPts val="200"/>
              </a:spcAft>
              <a:buNone/>
            </a:pPr>
            <a:r>
              <a:rPr lang="en" sz="1050" b="0">
                <a:solidFill>
                  <a:srgbClr val="475569"/>
                </a:solidFill>
                <a:latin typeface="Consolas"/>
              </a:rPr>
              <a:t>7</a:t>
            </a:r>
          </a:p>
          <a:p>
            <a:pPr marL="0" indent="0" algn="r">
              <a:spcAft>
                <a:spcPts val="200"/>
              </a:spcAft>
              <a:buNone/>
            </a:pPr>
            <a:r>
              <a:rPr lang="en" sz="1050" b="0">
                <a:solidFill>
                  <a:srgbClr val="475569"/>
                </a:solidFill>
                <a:latin typeface="Consolas"/>
              </a:rPr>
              <a:t>8</a:t>
            </a:r>
          </a:p>
          <a:p>
            <a:pPr marL="0" indent="0" algn="r">
              <a:spcAft>
                <a:spcPts val="200"/>
              </a:spcAft>
              <a:buNone/>
            </a:pPr>
            <a:r>
              <a:rPr lang="en" sz="1050" b="0">
                <a:solidFill>
                  <a:srgbClr val="475569"/>
                </a:solidFill>
                <a:latin typeface="Consolas"/>
              </a:rPr>
              <a:t>9</a:t>
            </a:r>
          </a:p>
          <a:p>
            <a:pPr marL="0" indent="0" algn="r">
              <a:spcAft>
                <a:spcPts val="200"/>
              </a:spcAft>
              <a:buNone/>
            </a:pPr>
            <a:r>
              <a:rPr lang="en" sz="1050" b="0">
                <a:solidFill>
                  <a:srgbClr val="475569"/>
                </a:solidFill>
                <a:latin typeface="Consolas"/>
              </a:rPr>
              <a:t>10</a:t>
            </a:r>
          </a:p>
          <a:p>
            <a:pPr marL="0" indent="0" algn="r">
              <a:spcAft>
                <a:spcPts val="200"/>
              </a:spcAft>
              <a:buNone/>
            </a:pPr>
            <a:r>
              <a:rPr lang="en" sz="1050" b="0">
                <a:solidFill>
                  <a:srgbClr val="475569"/>
                </a:solidFill>
                <a:latin typeface="Consolas"/>
              </a:rPr>
              <a:t>11</a:t>
            </a:r>
          </a:p>
          <a:p>
            <a:pPr marL="0" indent="0" algn="r">
              <a:spcAft>
                <a:spcPts val="200"/>
              </a:spcAft>
              <a:buNone/>
            </a:pPr>
            <a:r>
              <a:rPr lang="en" sz="1050" b="0">
                <a:solidFill>
                  <a:srgbClr val="475569"/>
                </a:solidFill>
                <a:latin typeface="Consolas"/>
              </a:rPr>
              <a:t>12</a:t>
            </a:r>
          </a:p>
          <a:p>
            <a:pPr marL="0" indent="0" algn="r">
              <a:spcAft>
                <a:spcPts val="200"/>
              </a:spcAft>
              <a:buNone/>
            </a:pPr>
            <a:r>
              <a:rPr lang="en" sz="1050" b="0">
                <a:solidFill>
                  <a:srgbClr val="475569"/>
                </a:solidFill>
                <a:latin typeface="Consolas"/>
              </a:rPr>
              <a:t>13</a:t>
            </a:r>
          </a:p>
          <a:p>
            <a:pPr marL="0" indent="0" algn="r">
              <a:spcAft>
                <a:spcPts val="200"/>
              </a:spcAft>
              <a:buNone/>
            </a:pPr>
            <a:r>
              <a:rPr lang="en" sz="1050" b="0">
                <a:solidFill>
                  <a:srgbClr val="475569"/>
                </a:solidFill>
                <a:latin typeface="Consolas"/>
              </a:rPr>
              <a:t>14</a:t>
            </a:r>
          </a:p>
        </p:txBody>
      </p:sp>
      <p:sp>
        <p:nvSpPr>
          <p:cNvPr id="41" name="R41"/>
          <p:cNvSpPr/>
          <p:nvPr/>
        </p:nvSpPr>
        <p:spPr>
          <a:xfrm>
            <a:off x="900000" y="1900000"/>
            <a:ext cx="8000" cy="2540000"/>
          </a:xfrm>
          <a:prstGeom prst="rect">
            <a:avLst/>
          </a:prstGeom>
          <a:solidFill>
            <a:srgbClr val="334155"/>
          </a:solidFill>
          <a:ln>
            <a:noFill/>
          </a:ln>
        </p:spPr>
        <p:txBody>
          <a:bodyPr/>
          <a:lstStyle/>
          <a:p>
            <a:endParaRPr/>
          </a:p>
        </p:txBody>
      </p:sp>
      <p:sp>
        <p:nvSpPr>
          <p:cNvPr id="42" name="Code"/>
          <p:cNvSpPr txBox="1"/>
          <p:nvPr/>
        </p:nvSpPr>
        <p:spPr>
          <a:xfrm>
            <a:off x="1000000" y="1900000"/>
            <a:ext cx="7650000" cy="2600000"/>
          </a:xfrm>
          <a:prstGeom prst="rect">
            <a:avLst/>
          </a:prstGeom>
          <a:noFill/>
        </p:spPr>
        <p:txBody>
          <a:bodyPr wrap="square" lIns="0" tIns="0" rIns="0" bIns="0" anchor="t">
            <a:noAutofit/>
          </a:bodyPr>
          <a:lstStyle/>
          <a:p>
            <a:pPr marL="0" indent="0">
              <a:spcAft>
                <a:spcPts val="200"/>
              </a:spcAft>
              <a:buNone/>
            </a:pPr>
            <a:r>
              <a:rPr lang="en" sz="1050" b="0" i="1" dirty="0">
                <a:solidFill>
                  <a:srgbClr val="6A9955"/>
                </a:solidFill>
                <a:latin typeface="Consolas"/>
              </a:rPr>
              <a:t>// Dog.java — fields, a constructor, and methods</a:t>
            </a:r>
          </a:p>
          <a:p>
            <a:pPr marL="0" indent="0">
              <a:spcAft>
                <a:spcPts val="200"/>
              </a:spcAft>
              <a:buNone/>
            </a:pPr>
            <a:r>
              <a:rPr lang="en" sz="1050" b="0" dirty="0">
                <a:solidFill>
                  <a:srgbClr val="60A5FA"/>
                </a:solidFill>
                <a:latin typeface="Consolas"/>
              </a:rPr>
              <a:t>public</a:t>
            </a:r>
            <a:r>
              <a:rPr lang="en" sz="1050" b="0" dirty="0">
                <a:solidFill>
                  <a:srgbClr val="E2E8F0"/>
                </a:solidFill>
                <a:latin typeface="Consolas"/>
              </a:rPr>
              <a:t> </a:t>
            </a:r>
            <a:r>
              <a:rPr lang="en" sz="1050" b="0" dirty="0">
                <a:solidFill>
                  <a:srgbClr val="60A5FA"/>
                </a:solidFill>
                <a:latin typeface="Consolas"/>
              </a:rPr>
              <a:t>class</a:t>
            </a:r>
            <a:r>
              <a:rPr lang="en" sz="1050" b="0" dirty="0">
                <a:solidFill>
                  <a:srgbClr val="E2E8F0"/>
                </a:solidFill>
                <a:latin typeface="Consolas"/>
              </a:rPr>
              <a:t> </a:t>
            </a:r>
            <a:r>
              <a:rPr lang="en" sz="1050" b="0" dirty="0">
                <a:solidFill>
                  <a:srgbClr val="4EC9B0"/>
                </a:solidFill>
                <a:latin typeface="Consolas"/>
              </a:rPr>
              <a:t>Dog</a:t>
            </a:r>
            <a:r>
              <a:rPr lang="en" sz="1050" b="0" dirty="0">
                <a:solidFill>
                  <a:srgbClr val="E2E8F0"/>
                </a:solidFill>
                <a:latin typeface="Consolas"/>
              </a:rPr>
              <a:t> </a:t>
            </a:r>
            <a:r>
              <a:rPr lang="en" sz="1050" b="0" dirty="0">
                <a:solidFill>
                  <a:srgbClr val="94A3B8"/>
                </a:solidFill>
                <a:latin typeface="Consolas"/>
              </a:rPr>
              <a:t>{</a:t>
            </a:r>
          </a:p>
          <a:p>
            <a:pPr marL="0" indent="0">
              <a:spcAft>
                <a:spcPts val="200"/>
              </a:spcAft>
              <a:buNone/>
            </a:pPr>
            <a:r>
              <a:rPr lang="en" sz="1050" b="0" dirty="0">
                <a:solidFill>
                  <a:srgbClr val="E2E8F0"/>
                </a:solidFill>
                <a:latin typeface="Consolas"/>
              </a:rPr>
              <a:t>    </a:t>
            </a:r>
            <a:r>
              <a:rPr lang="en" sz="1050" b="0" dirty="0">
                <a:solidFill>
                  <a:srgbClr val="60A5FA"/>
                </a:solidFill>
                <a:latin typeface="Consolas"/>
              </a:rPr>
              <a:t>private</a:t>
            </a:r>
            <a:r>
              <a:rPr lang="en" sz="1050" b="0" dirty="0">
                <a:solidFill>
                  <a:srgbClr val="E2E8F0"/>
                </a:solidFill>
                <a:latin typeface="Consolas"/>
              </a:rPr>
              <a:t> </a:t>
            </a:r>
            <a:r>
              <a:rPr lang="en" sz="1050" b="0" dirty="0">
                <a:solidFill>
                  <a:srgbClr val="4EC9B0"/>
                </a:solidFill>
                <a:latin typeface="Consolas"/>
              </a:rPr>
              <a:t>String</a:t>
            </a:r>
            <a:r>
              <a:rPr lang="en" sz="1050" b="0" dirty="0">
                <a:solidFill>
                  <a:srgbClr val="E2E8F0"/>
                </a:solidFill>
                <a:latin typeface="Consolas"/>
              </a:rPr>
              <a:t> name</a:t>
            </a:r>
            <a:r>
              <a:rPr lang="en" sz="1050" b="0" dirty="0">
                <a:solidFill>
                  <a:srgbClr val="94A3B8"/>
                </a:solidFill>
                <a:latin typeface="Consolas"/>
              </a:rPr>
              <a:t>;</a:t>
            </a:r>
            <a:r>
              <a:rPr lang="en" sz="1050" b="0" dirty="0">
                <a:solidFill>
                  <a:srgbClr val="E2E8F0"/>
                </a:solidFill>
                <a:latin typeface="Consolas"/>
              </a:rPr>
              <a:t>        </a:t>
            </a:r>
            <a:r>
              <a:rPr lang="en" sz="1050" b="0" i="1" dirty="0">
                <a:solidFill>
                  <a:srgbClr val="6A9955"/>
                </a:solidFill>
                <a:latin typeface="Consolas"/>
              </a:rPr>
              <a:t>// instance field</a:t>
            </a:r>
          </a:p>
          <a:p>
            <a:pPr marL="0" indent="0">
              <a:spcAft>
                <a:spcPts val="200"/>
              </a:spcAft>
              <a:buNone/>
            </a:pPr>
            <a:r>
              <a:rPr lang="en" sz="1050" b="0" dirty="0">
                <a:solidFill>
                  <a:srgbClr val="E2E8F0"/>
                </a:solidFill>
                <a:latin typeface="Consolas"/>
              </a:rPr>
              <a:t>    </a:t>
            </a:r>
            <a:r>
              <a:rPr lang="en" sz="1050" b="0" dirty="0">
                <a:solidFill>
                  <a:srgbClr val="60A5FA"/>
                </a:solidFill>
                <a:latin typeface="Consolas"/>
              </a:rPr>
              <a:t>static</a:t>
            </a:r>
            <a:r>
              <a:rPr lang="en" sz="1050" b="0" dirty="0">
                <a:solidFill>
                  <a:srgbClr val="E2E8F0"/>
                </a:solidFill>
                <a:latin typeface="Consolas"/>
              </a:rPr>
              <a:t> </a:t>
            </a:r>
            <a:r>
              <a:rPr lang="en" sz="1050" b="0" dirty="0">
                <a:solidFill>
                  <a:srgbClr val="60A5FA"/>
                </a:solidFill>
                <a:latin typeface="Consolas"/>
              </a:rPr>
              <a:t>int</a:t>
            </a:r>
            <a:r>
              <a:rPr lang="en" sz="1050" b="0" dirty="0">
                <a:solidFill>
                  <a:srgbClr val="E2E8F0"/>
                </a:solidFill>
                <a:latin typeface="Consolas"/>
              </a:rPr>
              <a:t> dogCount </a:t>
            </a:r>
            <a:r>
              <a:rPr lang="en" sz="1050" b="0" dirty="0">
                <a:solidFill>
                  <a:srgbClr val="94A3B8"/>
                </a:solidFill>
                <a:latin typeface="Consolas"/>
              </a:rPr>
              <a:t>=</a:t>
            </a:r>
            <a:r>
              <a:rPr lang="en" sz="1050" b="0" dirty="0">
                <a:solidFill>
                  <a:srgbClr val="E2E8F0"/>
                </a:solidFill>
                <a:latin typeface="Consolas"/>
              </a:rPr>
              <a:t> </a:t>
            </a:r>
            <a:r>
              <a:rPr lang="en" sz="1050" b="0" dirty="0">
                <a:solidFill>
                  <a:srgbClr val="B5CEA8"/>
                </a:solidFill>
                <a:latin typeface="Consolas"/>
              </a:rPr>
              <a:t>0</a:t>
            </a:r>
            <a:r>
              <a:rPr lang="en" sz="1050" b="0" dirty="0">
                <a:solidFill>
                  <a:srgbClr val="94A3B8"/>
                </a:solidFill>
                <a:latin typeface="Consolas"/>
              </a:rPr>
              <a:t>;</a:t>
            </a:r>
            <a:r>
              <a:rPr lang="en" sz="1050" b="0" dirty="0">
                <a:solidFill>
                  <a:srgbClr val="E2E8F0"/>
                </a:solidFill>
                <a:latin typeface="Consolas"/>
              </a:rPr>
              <a:t>    </a:t>
            </a:r>
            <a:r>
              <a:rPr lang="en" sz="1050" b="0" i="1" dirty="0">
                <a:solidFill>
                  <a:srgbClr val="6A9955"/>
                </a:solidFill>
                <a:latin typeface="Consolas"/>
              </a:rPr>
              <a:t>// shared by all</a:t>
            </a:r>
          </a:p>
          <a:p>
            <a:pPr marL="0" indent="0">
              <a:spcAft>
                <a:spcPts val="200"/>
              </a:spcAft>
              <a:buNone/>
            </a:pPr>
            <a:r>
              <a:rPr lang="en" sz="1050" b="0" dirty="0">
                <a:solidFill>
                  <a:srgbClr val="E2E8F0"/>
                </a:solidFill>
                <a:latin typeface="Consolas"/>
              </a:rPr>
              <a:t>    </a:t>
            </a:r>
            <a:r>
              <a:rPr lang="en" sz="1050" b="0" dirty="0">
                <a:solidFill>
                  <a:srgbClr val="60A5FA"/>
                </a:solidFill>
                <a:latin typeface="Consolas"/>
              </a:rPr>
              <a:t>final</a:t>
            </a:r>
            <a:r>
              <a:rPr lang="en" sz="1050" b="0" dirty="0">
                <a:solidFill>
                  <a:srgbClr val="E2E8F0"/>
                </a:solidFill>
                <a:latin typeface="Consolas"/>
              </a:rPr>
              <a:t> </a:t>
            </a:r>
            <a:r>
              <a:rPr lang="en" sz="1050" b="0" dirty="0">
                <a:solidFill>
                  <a:srgbClr val="60A5FA"/>
                </a:solidFill>
                <a:latin typeface="Consolas"/>
              </a:rPr>
              <a:t>int</a:t>
            </a:r>
            <a:r>
              <a:rPr lang="en" sz="1050" b="0" dirty="0">
                <a:solidFill>
                  <a:srgbClr val="E2E8F0"/>
                </a:solidFill>
                <a:latin typeface="Consolas"/>
              </a:rPr>
              <a:t> LEGS </a:t>
            </a:r>
            <a:r>
              <a:rPr lang="en" sz="1050" b="0" dirty="0">
                <a:solidFill>
                  <a:srgbClr val="94A3B8"/>
                </a:solidFill>
                <a:latin typeface="Consolas"/>
              </a:rPr>
              <a:t>=</a:t>
            </a:r>
            <a:r>
              <a:rPr lang="en" sz="1050" b="0" dirty="0">
                <a:solidFill>
                  <a:srgbClr val="E2E8F0"/>
                </a:solidFill>
                <a:latin typeface="Consolas"/>
              </a:rPr>
              <a:t> </a:t>
            </a:r>
            <a:r>
              <a:rPr lang="en" sz="1050" b="0" dirty="0">
                <a:solidFill>
                  <a:srgbClr val="B5CEA8"/>
                </a:solidFill>
                <a:latin typeface="Consolas"/>
              </a:rPr>
              <a:t>4</a:t>
            </a:r>
            <a:r>
              <a:rPr lang="en" sz="1050" b="0" dirty="0">
                <a:solidFill>
                  <a:srgbClr val="94A3B8"/>
                </a:solidFill>
                <a:latin typeface="Consolas"/>
              </a:rPr>
              <a:t>;</a:t>
            </a:r>
            <a:r>
              <a:rPr lang="en" sz="1050" b="0" dirty="0">
                <a:solidFill>
                  <a:srgbClr val="E2E8F0"/>
                </a:solidFill>
                <a:latin typeface="Consolas"/>
              </a:rPr>
              <a:t>         </a:t>
            </a:r>
            <a:r>
              <a:rPr lang="en" sz="1050" b="0" i="1" dirty="0">
                <a:solidFill>
                  <a:srgbClr val="6A9955"/>
                </a:solidFill>
                <a:latin typeface="Consolas"/>
              </a:rPr>
              <a:t>// constant</a:t>
            </a:r>
          </a:p>
          <a:p>
            <a:pPr marL="0" indent="0">
              <a:spcAft>
                <a:spcPts val="200"/>
              </a:spcAft>
              <a:buNone/>
            </a:pPr>
            <a:r>
              <a:rPr lang="en" sz="1050" b="0" dirty="0">
                <a:solidFill>
                  <a:srgbClr val="E2E8F0"/>
                </a:solidFill>
                <a:latin typeface="Consolas"/>
              </a:rPr>
              <a:t>    </a:t>
            </a:r>
            <a:r>
              <a:rPr lang="en" sz="1050" b="0" dirty="0">
                <a:solidFill>
                  <a:srgbClr val="60A5FA"/>
                </a:solidFill>
                <a:latin typeface="Consolas"/>
              </a:rPr>
              <a:t>public</a:t>
            </a:r>
            <a:r>
              <a:rPr lang="en" sz="1050" b="0" dirty="0">
                <a:solidFill>
                  <a:srgbClr val="E2E8F0"/>
                </a:solidFill>
                <a:latin typeface="Consolas"/>
              </a:rPr>
              <a:t> </a:t>
            </a:r>
            <a:r>
              <a:rPr lang="en" sz="1050" b="0" dirty="0">
                <a:solidFill>
                  <a:srgbClr val="4EC9B0"/>
                </a:solidFill>
                <a:latin typeface="Consolas"/>
              </a:rPr>
              <a:t>Dog</a:t>
            </a:r>
            <a:r>
              <a:rPr lang="en" sz="1050" b="0" dirty="0">
                <a:solidFill>
                  <a:srgbClr val="94A3B8"/>
                </a:solidFill>
                <a:latin typeface="Consolas"/>
              </a:rPr>
              <a:t>(</a:t>
            </a:r>
            <a:r>
              <a:rPr lang="en" sz="1050" b="0" dirty="0">
                <a:solidFill>
                  <a:srgbClr val="4EC9B0"/>
                </a:solidFill>
                <a:latin typeface="Consolas"/>
              </a:rPr>
              <a:t>String</a:t>
            </a:r>
            <a:r>
              <a:rPr lang="en" sz="1050" b="0" dirty="0">
                <a:solidFill>
                  <a:srgbClr val="E2E8F0"/>
                </a:solidFill>
                <a:latin typeface="Consolas"/>
              </a:rPr>
              <a:t> name</a:t>
            </a:r>
            <a:r>
              <a:rPr lang="en" sz="1050" b="0" dirty="0">
                <a:solidFill>
                  <a:srgbClr val="94A3B8"/>
                </a:solidFill>
                <a:latin typeface="Consolas"/>
              </a:rPr>
              <a:t>)</a:t>
            </a:r>
            <a:r>
              <a:rPr lang="en" sz="1050" b="0" dirty="0">
                <a:solidFill>
                  <a:srgbClr val="E2E8F0"/>
                </a:solidFill>
                <a:latin typeface="Consolas"/>
              </a:rPr>
              <a:t> </a:t>
            </a:r>
            <a:r>
              <a:rPr lang="en" sz="1050" b="0" dirty="0">
                <a:solidFill>
                  <a:srgbClr val="94A3B8"/>
                </a:solidFill>
                <a:latin typeface="Consolas"/>
              </a:rPr>
              <a:t>{</a:t>
            </a:r>
            <a:r>
              <a:rPr lang="en" sz="1050" b="0" dirty="0">
                <a:solidFill>
                  <a:srgbClr val="E2E8F0"/>
                </a:solidFill>
                <a:latin typeface="Consolas"/>
              </a:rPr>
              <a:t>   </a:t>
            </a:r>
            <a:r>
              <a:rPr lang="en" sz="1050" b="0" i="1" dirty="0">
                <a:solidFill>
                  <a:srgbClr val="6A9955"/>
                </a:solidFill>
                <a:latin typeface="Consolas"/>
              </a:rPr>
              <a:t>// constructor</a:t>
            </a:r>
          </a:p>
          <a:p>
            <a:pPr marL="0" indent="0">
              <a:spcAft>
                <a:spcPts val="200"/>
              </a:spcAft>
              <a:buNone/>
            </a:pPr>
            <a:r>
              <a:rPr lang="en" sz="1050" b="0" dirty="0">
                <a:solidFill>
                  <a:srgbClr val="E2E8F0"/>
                </a:solidFill>
                <a:latin typeface="Consolas"/>
              </a:rPr>
              <a:t>        </a:t>
            </a:r>
            <a:r>
              <a:rPr lang="en" sz="1050" b="0" dirty="0">
                <a:solidFill>
                  <a:srgbClr val="60A5FA"/>
                </a:solidFill>
                <a:latin typeface="Consolas"/>
              </a:rPr>
              <a:t>this</a:t>
            </a:r>
            <a:r>
              <a:rPr lang="en" sz="1050" b="0" dirty="0">
                <a:solidFill>
                  <a:srgbClr val="94A3B8"/>
                </a:solidFill>
                <a:latin typeface="Consolas"/>
              </a:rPr>
              <a:t>.</a:t>
            </a:r>
            <a:r>
              <a:rPr lang="en" sz="1050" b="0" dirty="0">
                <a:solidFill>
                  <a:srgbClr val="E2E8F0"/>
                </a:solidFill>
                <a:latin typeface="Consolas"/>
              </a:rPr>
              <a:t>name </a:t>
            </a:r>
            <a:r>
              <a:rPr lang="en" sz="1050" b="0" dirty="0">
                <a:solidFill>
                  <a:srgbClr val="94A3B8"/>
                </a:solidFill>
                <a:latin typeface="Consolas"/>
              </a:rPr>
              <a:t>=</a:t>
            </a:r>
            <a:r>
              <a:rPr lang="en" sz="1050" b="0" dirty="0">
                <a:solidFill>
                  <a:srgbClr val="E2E8F0"/>
                </a:solidFill>
                <a:latin typeface="Consolas"/>
              </a:rPr>
              <a:t> name</a:t>
            </a:r>
            <a:r>
              <a:rPr lang="en" sz="1050" b="0" dirty="0">
                <a:solidFill>
                  <a:srgbClr val="94A3B8"/>
                </a:solidFill>
                <a:latin typeface="Consolas"/>
              </a:rPr>
              <a:t>;</a:t>
            </a:r>
          </a:p>
          <a:p>
            <a:pPr marL="0" indent="0">
              <a:spcAft>
                <a:spcPts val="200"/>
              </a:spcAft>
              <a:buNone/>
            </a:pPr>
            <a:r>
              <a:rPr lang="en" sz="1050" b="0" dirty="0">
                <a:solidFill>
                  <a:srgbClr val="E2E8F0"/>
                </a:solidFill>
                <a:latin typeface="Consolas"/>
              </a:rPr>
              <a:t>        dogCount</a:t>
            </a:r>
            <a:r>
              <a:rPr lang="en" sz="1050" b="0" dirty="0">
                <a:solidFill>
                  <a:srgbClr val="94A3B8"/>
                </a:solidFill>
                <a:latin typeface="Consolas"/>
              </a:rPr>
              <a:t>++;</a:t>
            </a:r>
          </a:p>
          <a:p>
            <a:pPr marL="0" indent="0">
              <a:spcAft>
                <a:spcPts val="200"/>
              </a:spcAft>
              <a:buNone/>
            </a:pPr>
            <a:r>
              <a:rPr lang="en" sz="1050" b="0" dirty="0">
                <a:solidFill>
                  <a:srgbClr val="E2E8F0"/>
                </a:solidFill>
                <a:latin typeface="Consolas"/>
              </a:rPr>
              <a:t>    </a:t>
            </a:r>
            <a:r>
              <a:rPr lang="en" sz="1050" b="0" dirty="0">
                <a:solidFill>
                  <a:srgbClr val="94A3B8"/>
                </a:solidFill>
                <a:latin typeface="Consolas"/>
              </a:rPr>
              <a:t>}</a:t>
            </a:r>
          </a:p>
          <a:p>
            <a:pPr marL="0" indent="0">
              <a:spcAft>
                <a:spcPts val="200"/>
              </a:spcAft>
              <a:buNone/>
            </a:pPr>
            <a:r>
              <a:rPr lang="en" sz="1050" b="0" dirty="0">
                <a:solidFill>
                  <a:srgbClr val="E2E8F0"/>
                </a:solidFill>
                <a:latin typeface="Consolas"/>
              </a:rPr>
              <a:t>    </a:t>
            </a:r>
            <a:r>
              <a:rPr lang="en" sz="1050" b="0" dirty="0">
                <a:solidFill>
                  <a:srgbClr val="60A5FA"/>
                </a:solidFill>
                <a:latin typeface="Consolas"/>
              </a:rPr>
              <a:t>public</a:t>
            </a:r>
            <a:r>
              <a:rPr lang="en" sz="1050" b="0" dirty="0">
                <a:solidFill>
                  <a:srgbClr val="E2E8F0"/>
                </a:solidFill>
                <a:latin typeface="Consolas"/>
              </a:rPr>
              <a:t> </a:t>
            </a:r>
            <a:r>
              <a:rPr lang="en" sz="1050" b="0" dirty="0">
                <a:solidFill>
                  <a:srgbClr val="4EC9B0"/>
                </a:solidFill>
                <a:latin typeface="Consolas"/>
              </a:rPr>
              <a:t>String</a:t>
            </a:r>
            <a:r>
              <a:rPr lang="en" sz="1050" b="0" dirty="0">
                <a:solidFill>
                  <a:srgbClr val="E2E8F0"/>
                </a:solidFill>
                <a:latin typeface="Consolas"/>
              </a:rPr>
              <a:t> </a:t>
            </a:r>
            <a:r>
              <a:rPr lang="en" sz="1050" b="0" dirty="0">
                <a:solidFill>
                  <a:srgbClr val="DCDCAA"/>
                </a:solidFill>
                <a:latin typeface="Consolas"/>
              </a:rPr>
              <a:t>getName</a:t>
            </a:r>
            <a:r>
              <a:rPr lang="en" sz="1050" b="0" dirty="0">
                <a:solidFill>
                  <a:srgbClr val="94A3B8"/>
                </a:solidFill>
                <a:latin typeface="Consolas"/>
              </a:rPr>
              <a:t>()</a:t>
            </a:r>
            <a:r>
              <a:rPr lang="en" sz="1050" b="0" dirty="0">
                <a:solidFill>
                  <a:srgbClr val="E2E8F0"/>
                </a:solidFill>
                <a:latin typeface="Consolas"/>
              </a:rPr>
              <a:t> </a:t>
            </a:r>
            <a:r>
              <a:rPr lang="en" sz="1050" b="0" dirty="0">
                <a:solidFill>
                  <a:srgbClr val="94A3B8"/>
                </a:solidFill>
                <a:latin typeface="Consolas"/>
              </a:rPr>
              <a:t>{</a:t>
            </a:r>
            <a:r>
              <a:rPr lang="en" sz="1050" b="0" dirty="0">
                <a:solidFill>
                  <a:srgbClr val="E2E8F0"/>
                </a:solidFill>
                <a:latin typeface="Consolas"/>
              </a:rPr>
              <a:t> </a:t>
            </a:r>
            <a:r>
              <a:rPr lang="en" sz="1050" b="0" dirty="0">
                <a:solidFill>
                  <a:srgbClr val="60A5FA"/>
                </a:solidFill>
                <a:latin typeface="Consolas"/>
              </a:rPr>
              <a:t>return</a:t>
            </a:r>
            <a:r>
              <a:rPr lang="en" sz="1050" b="0" dirty="0">
                <a:solidFill>
                  <a:srgbClr val="E2E8F0"/>
                </a:solidFill>
                <a:latin typeface="Consolas"/>
              </a:rPr>
              <a:t> name</a:t>
            </a:r>
            <a:r>
              <a:rPr lang="en" sz="1050" b="0" dirty="0">
                <a:solidFill>
                  <a:srgbClr val="94A3B8"/>
                </a:solidFill>
                <a:latin typeface="Consolas"/>
              </a:rPr>
              <a:t>;</a:t>
            </a:r>
            <a:r>
              <a:rPr lang="en" sz="1050" b="0" dirty="0">
                <a:solidFill>
                  <a:srgbClr val="E2E8F0"/>
                </a:solidFill>
                <a:latin typeface="Consolas"/>
              </a:rPr>
              <a:t> </a:t>
            </a:r>
            <a:r>
              <a:rPr lang="en" sz="1050" b="0" dirty="0">
                <a:solidFill>
                  <a:srgbClr val="94A3B8"/>
                </a:solidFill>
                <a:latin typeface="Consolas"/>
              </a:rPr>
              <a:t>}</a:t>
            </a:r>
            <a:r>
              <a:rPr lang="en" sz="1050" b="0" dirty="0">
                <a:solidFill>
                  <a:srgbClr val="E2E8F0"/>
                </a:solidFill>
                <a:latin typeface="Consolas"/>
              </a:rPr>
              <a:t>   </a:t>
            </a:r>
            <a:r>
              <a:rPr lang="en" sz="1050" b="0" i="1" dirty="0">
                <a:solidFill>
                  <a:srgbClr val="6A9955"/>
                </a:solidFill>
                <a:latin typeface="Consolas"/>
              </a:rPr>
              <a:t>// getter</a:t>
            </a:r>
          </a:p>
          <a:p>
            <a:pPr marL="0" indent="0">
              <a:spcAft>
                <a:spcPts val="200"/>
              </a:spcAft>
              <a:buNone/>
            </a:pPr>
            <a:r>
              <a:rPr lang="en" sz="1050" b="0" dirty="0">
                <a:solidFill>
                  <a:srgbClr val="E2E8F0"/>
                </a:solidFill>
                <a:latin typeface="Consolas"/>
              </a:rPr>
              <a:t>    </a:t>
            </a:r>
            <a:r>
              <a:rPr lang="en" sz="1050" b="0" dirty="0">
                <a:solidFill>
                  <a:srgbClr val="60A5FA"/>
                </a:solidFill>
                <a:latin typeface="Consolas"/>
              </a:rPr>
              <a:t>public</a:t>
            </a:r>
            <a:r>
              <a:rPr lang="en" sz="1050" b="0" dirty="0">
                <a:solidFill>
                  <a:srgbClr val="E2E8F0"/>
                </a:solidFill>
                <a:latin typeface="Consolas"/>
              </a:rPr>
              <a:t> </a:t>
            </a:r>
            <a:r>
              <a:rPr lang="en" sz="1050" b="0" dirty="0">
                <a:solidFill>
                  <a:srgbClr val="60A5FA"/>
                </a:solidFill>
                <a:latin typeface="Consolas"/>
              </a:rPr>
              <a:t>void</a:t>
            </a:r>
            <a:r>
              <a:rPr lang="en" sz="1050" b="0" dirty="0">
                <a:solidFill>
                  <a:srgbClr val="E2E8F0"/>
                </a:solidFill>
                <a:latin typeface="Consolas"/>
              </a:rPr>
              <a:t> </a:t>
            </a:r>
            <a:r>
              <a:rPr lang="en" sz="1050" b="0" dirty="0">
                <a:solidFill>
                  <a:srgbClr val="DCDCAA"/>
                </a:solidFill>
                <a:latin typeface="Consolas"/>
              </a:rPr>
              <a:t>bark</a:t>
            </a:r>
            <a:r>
              <a:rPr lang="en" sz="1050" b="0" dirty="0">
                <a:solidFill>
                  <a:srgbClr val="94A3B8"/>
                </a:solidFill>
                <a:latin typeface="Consolas"/>
              </a:rPr>
              <a:t>()</a:t>
            </a:r>
            <a:r>
              <a:rPr lang="en" sz="1050" b="0" dirty="0">
                <a:solidFill>
                  <a:srgbClr val="E2E8F0"/>
                </a:solidFill>
                <a:latin typeface="Consolas"/>
              </a:rPr>
              <a:t> </a:t>
            </a:r>
            <a:r>
              <a:rPr lang="en" sz="1050" b="0" dirty="0">
                <a:solidFill>
                  <a:srgbClr val="94A3B8"/>
                </a:solidFill>
                <a:latin typeface="Consolas"/>
              </a:rPr>
              <a:t>{</a:t>
            </a:r>
            <a:r>
              <a:rPr lang="en" sz="1050" b="0" dirty="0">
                <a:solidFill>
                  <a:srgbClr val="E2E8F0"/>
                </a:solidFill>
                <a:latin typeface="Consolas"/>
              </a:rPr>
              <a:t>        </a:t>
            </a:r>
            <a:r>
              <a:rPr lang="en" sz="1050" b="0" i="1" dirty="0">
                <a:solidFill>
                  <a:srgbClr val="6A9955"/>
                </a:solidFill>
                <a:latin typeface="Consolas"/>
              </a:rPr>
              <a:t>// method</a:t>
            </a:r>
          </a:p>
          <a:p>
            <a:pPr marL="0" indent="0">
              <a:spcAft>
                <a:spcPts val="200"/>
              </a:spcAft>
              <a:buNone/>
            </a:pPr>
            <a:r>
              <a:rPr lang="en" sz="1050" b="0" dirty="0">
                <a:solidFill>
                  <a:srgbClr val="E2E8F0"/>
                </a:solidFill>
                <a:latin typeface="Consolas"/>
              </a:rPr>
              <a:t>        </a:t>
            </a:r>
            <a:r>
              <a:rPr lang="en" sz="1050" b="0" dirty="0">
                <a:solidFill>
                  <a:srgbClr val="4EC9B0"/>
                </a:solidFill>
                <a:latin typeface="Consolas"/>
              </a:rPr>
              <a:t>System</a:t>
            </a:r>
            <a:r>
              <a:rPr lang="en" sz="1050" b="0" dirty="0">
                <a:solidFill>
                  <a:srgbClr val="94A3B8"/>
                </a:solidFill>
                <a:latin typeface="Consolas"/>
              </a:rPr>
              <a:t>.</a:t>
            </a:r>
            <a:r>
              <a:rPr lang="en" sz="1050" b="0" dirty="0">
                <a:solidFill>
                  <a:srgbClr val="E2E8F0"/>
                </a:solidFill>
                <a:latin typeface="Consolas"/>
              </a:rPr>
              <a:t>out</a:t>
            </a:r>
            <a:r>
              <a:rPr lang="en" sz="1050" b="0" dirty="0">
                <a:solidFill>
                  <a:srgbClr val="94A3B8"/>
                </a:solidFill>
                <a:latin typeface="Consolas"/>
              </a:rPr>
              <a:t>.</a:t>
            </a:r>
            <a:r>
              <a:rPr lang="en" sz="1050" b="0" dirty="0">
                <a:solidFill>
                  <a:srgbClr val="DCDCAA"/>
                </a:solidFill>
                <a:latin typeface="Consolas"/>
              </a:rPr>
              <a:t>println</a:t>
            </a:r>
            <a:r>
              <a:rPr lang="en" sz="1050" b="0" dirty="0">
                <a:solidFill>
                  <a:srgbClr val="94A3B8"/>
                </a:solidFill>
                <a:latin typeface="Consolas"/>
              </a:rPr>
              <a:t>(</a:t>
            </a:r>
            <a:r>
              <a:rPr lang="en" sz="1050" b="0" dirty="0">
                <a:solidFill>
                  <a:srgbClr val="E2E8F0"/>
                </a:solidFill>
                <a:latin typeface="Consolas"/>
              </a:rPr>
              <a:t>name </a:t>
            </a:r>
            <a:r>
              <a:rPr lang="en" sz="1050" b="0" dirty="0">
                <a:solidFill>
                  <a:srgbClr val="94A3B8"/>
                </a:solidFill>
                <a:latin typeface="Consolas"/>
              </a:rPr>
              <a:t>+</a:t>
            </a:r>
            <a:r>
              <a:rPr lang="en" sz="1050" b="0" dirty="0">
                <a:solidFill>
                  <a:srgbClr val="E2E8F0"/>
                </a:solidFill>
                <a:latin typeface="Consolas"/>
              </a:rPr>
              <a:t> </a:t>
            </a:r>
            <a:r>
              <a:rPr lang="en" sz="1050" b="0" dirty="0">
                <a:solidFill>
                  <a:srgbClr val="CE9178"/>
                </a:solidFill>
                <a:latin typeface="Consolas"/>
              </a:rPr>
              <a:t>" says woof!"</a:t>
            </a:r>
            <a:r>
              <a:rPr lang="en" sz="1050" b="0" dirty="0">
                <a:solidFill>
                  <a:srgbClr val="94A3B8"/>
                </a:solidFill>
                <a:latin typeface="Consolas"/>
              </a:rPr>
              <a:t>);</a:t>
            </a:r>
          </a:p>
          <a:p>
            <a:pPr marL="0" indent="0">
              <a:spcAft>
                <a:spcPts val="200"/>
              </a:spcAft>
              <a:buNone/>
            </a:pPr>
            <a:r>
              <a:rPr lang="en" sz="1050" b="0" dirty="0">
                <a:solidFill>
                  <a:srgbClr val="E2E8F0"/>
                </a:solidFill>
                <a:latin typeface="Consolas"/>
              </a:rPr>
              <a:t>    </a:t>
            </a:r>
            <a:r>
              <a:rPr lang="en" sz="1050" b="0" dirty="0">
                <a:solidFill>
                  <a:srgbClr val="94A3B8"/>
                </a:solidFill>
                <a:latin typeface="Consolas"/>
              </a:rPr>
              <a:t>}</a:t>
            </a:r>
          </a:p>
          <a:p>
            <a:pPr marL="0" indent="0">
              <a:spcAft>
                <a:spcPts val="200"/>
              </a:spcAft>
              <a:buNone/>
            </a:pPr>
            <a:r>
              <a:rPr lang="en" sz="1050" b="0" dirty="0">
                <a:solidFill>
                  <a:srgbClr val="94A3B8"/>
                </a:solidFill>
                <a:latin typeface="Consolas"/>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Overloaded Constructors &amp; Method Signatures</a:t>
            </a:r>
          </a:p>
        </p:txBody>
      </p:sp>
      <p:sp>
        <p:nvSpPr>
          <p:cNvPr id="20" name="Def"/>
          <p:cNvSpPr txBox="1"/>
          <p:nvPr/>
        </p:nvSpPr>
        <p:spPr>
          <a:xfrm>
            <a:off x="311700" y="975000"/>
            <a:ext cx="8520600" cy="430000"/>
          </a:xfrm>
          <a:prstGeom prst="rect">
            <a:avLst/>
          </a:prstGeom>
          <a:noFill/>
        </p:spPr>
        <p:txBody>
          <a:bodyPr wrap="square" lIns="0" tIns="0" rIns="0" bIns="0" anchor="t">
            <a:noAutofit/>
          </a:bodyPr>
          <a:lstStyle/>
          <a:p>
            <a:pPr marL="0" indent="0">
              <a:buNone/>
            </a:pPr>
            <a:r>
              <a:rPr lang="en" sz="1150">
                <a:solidFill>
                  <a:schemeClr val="dk2"/>
                </a:solidFill>
                <a:latin typeface="Roboto"/>
              </a:rPr>
              <a:t>A class can have multiple constructors — each with a different parameter list. Java tells them apart by their </a:t>
            </a:r>
            <a:r>
              <a:rPr lang="en" sz="1150" b="1">
                <a:solidFill>
                  <a:schemeClr val="accent2"/>
                </a:solidFill>
                <a:latin typeface="Roboto"/>
              </a:rPr>
              <a:t>signature</a:t>
            </a:r>
            <a:r>
              <a:rPr lang="en" sz="1150">
                <a:solidFill>
                  <a:schemeClr val="dk2"/>
                </a:solidFill>
                <a:latin typeface="Roboto"/>
              </a:rPr>
              <a:t>: the method name + parameter types + parameter count.</a:t>
            </a:r>
          </a:p>
        </p:txBody>
      </p:sp>
      <p:sp>
        <p:nvSpPr>
          <p:cNvPr id="30" name="P30"/>
          <p:cNvSpPr/>
          <p:nvPr/>
        </p:nvSpPr>
        <p:spPr>
          <a:xfrm>
            <a:off x="311700" y="1440000"/>
            <a:ext cx="8520600" cy="2320000"/>
          </a:xfrm>
          <a:prstGeom prst="roundRect">
            <a:avLst>
              <a:gd name="adj" fmla="val 8000"/>
            </a:avLst>
          </a:prstGeom>
          <a:solidFill>
            <a:srgbClr val="1E293B"/>
          </a:solidFill>
          <a:ln w="9525">
            <a:solidFill>
              <a:srgbClr val="334155"/>
            </a:solidFill>
          </a:ln>
        </p:spPr>
        <p:txBody>
          <a:bodyPr/>
          <a:lstStyle/>
          <a:p>
            <a:endParaRPr/>
          </a:p>
        </p:txBody>
      </p:sp>
      <p:sp>
        <p:nvSpPr>
          <p:cNvPr id="31" name="Dot31"/>
          <p:cNvSpPr/>
          <p:nvPr/>
        </p:nvSpPr>
        <p:spPr>
          <a:xfrm>
            <a:off x="471700" y="1568000"/>
            <a:ext cx="80000" cy="80000"/>
          </a:xfrm>
          <a:prstGeom prst="ellipse">
            <a:avLst/>
          </a:prstGeom>
          <a:solidFill>
            <a:srgbClr val="EF4444"/>
          </a:solidFill>
          <a:ln>
            <a:noFill/>
          </a:ln>
        </p:spPr>
        <p:txBody>
          <a:bodyPr/>
          <a:lstStyle/>
          <a:p>
            <a:endParaRPr/>
          </a:p>
        </p:txBody>
      </p:sp>
      <p:sp>
        <p:nvSpPr>
          <p:cNvPr id="32" name="Dot32"/>
          <p:cNvSpPr/>
          <p:nvPr/>
        </p:nvSpPr>
        <p:spPr>
          <a:xfrm>
            <a:off x="591700" y="1568000"/>
            <a:ext cx="80000" cy="80000"/>
          </a:xfrm>
          <a:prstGeom prst="ellipse">
            <a:avLst/>
          </a:prstGeom>
          <a:solidFill>
            <a:srgbClr val="F59E0B"/>
          </a:solidFill>
          <a:ln>
            <a:noFill/>
          </a:ln>
        </p:spPr>
        <p:txBody>
          <a:bodyPr/>
          <a:lstStyle/>
          <a:p>
            <a:endParaRPr/>
          </a:p>
        </p:txBody>
      </p:sp>
      <p:sp>
        <p:nvSpPr>
          <p:cNvPr id="33" name="Dot33"/>
          <p:cNvSpPr/>
          <p:nvPr/>
        </p:nvSpPr>
        <p:spPr>
          <a:xfrm>
            <a:off x="711700" y="1568000"/>
            <a:ext cx="80000" cy="80000"/>
          </a:xfrm>
          <a:prstGeom prst="ellipse">
            <a:avLst/>
          </a:prstGeom>
          <a:solidFill>
            <a:srgbClr val="22C55E"/>
          </a:solidFill>
          <a:ln>
            <a:noFill/>
          </a:ln>
        </p:spPr>
        <p:txBody>
          <a:bodyPr/>
          <a:lstStyle/>
          <a:p>
            <a:endParaRPr/>
          </a:p>
        </p:txBody>
      </p:sp>
      <p:sp>
        <p:nvSpPr>
          <p:cNvPr id="34" name="FileName"/>
          <p:cNvSpPr txBox="1"/>
          <p:nvPr/>
        </p:nvSpPr>
        <p:spPr>
          <a:xfrm>
            <a:off x="831700" y="1440000"/>
            <a:ext cx="4400000" cy="340000"/>
          </a:xfrm>
          <a:prstGeom prst="rect">
            <a:avLst/>
          </a:prstGeom>
          <a:noFill/>
        </p:spPr>
        <p:txBody>
          <a:bodyPr wrap="square" lIns="0" tIns="0" rIns="0" bIns="0" anchor="ctr">
            <a:noAutofit/>
          </a:bodyPr>
          <a:lstStyle/>
          <a:p>
            <a:pPr marL="0" indent="0" algn="l">
              <a:buNone/>
            </a:pPr>
            <a:r>
              <a:rPr lang="en" sz="1000" b="1">
                <a:solidFill>
                  <a:srgbClr val="CBD5E1"/>
                </a:solidFill>
                <a:latin typeface="Consolas"/>
              </a:rPr>
              <a:t>Dog.java — two constructors</a:t>
            </a:r>
          </a:p>
        </p:txBody>
      </p:sp>
      <p:sp>
        <p:nvSpPr>
          <p:cNvPr id="35" name="P35"/>
          <p:cNvSpPr/>
          <p:nvPr/>
        </p:nvSpPr>
        <p:spPr>
          <a:xfrm>
            <a:off x="7995000" y="1500000"/>
            <a:ext cx="700000" cy="236000"/>
          </a:xfrm>
          <a:prstGeom prst="roundRect">
            <a:avLst>
              <a:gd name="adj" fmla="val 8000"/>
            </a:avLst>
          </a:prstGeom>
          <a:solidFill>
            <a:srgbClr val="3B4B63"/>
          </a:solidFill>
          <a:ln w="9525">
            <a:solidFill>
              <a:srgbClr val="3B4B63"/>
            </a:solidFill>
          </a:ln>
        </p:spPr>
        <p:txBody>
          <a:bodyPr/>
          <a:lstStyle/>
          <a:p>
            <a:endParaRPr/>
          </a:p>
        </p:txBody>
      </p:sp>
      <p:sp>
        <p:nvSpPr>
          <p:cNvPr id="36" name="Badge"/>
          <p:cNvSpPr txBox="1"/>
          <p:nvPr/>
        </p:nvSpPr>
        <p:spPr>
          <a:xfrm>
            <a:off x="7995000" y="1500000"/>
            <a:ext cx="700000" cy="236000"/>
          </a:xfrm>
          <a:prstGeom prst="rect">
            <a:avLst/>
          </a:prstGeom>
          <a:noFill/>
        </p:spPr>
        <p:txBody>
          <a:bodyPr wrap="square" lIns="0" tIns="0" rIns="0" bIns="0" anchor="ctr">
            <a:noAutofit/>
          </a:bodyPr>
          <a:lstStyle/>
          <a:p>
            <a:pPr marL="0" indent="0" algn="ctr">
              <a:buNone/>
            </a:pPr>
            <a:r>
              <a:rPr lang="en" sz="900" b="1">
                <a:solidFill>
                  <a:srgbClr val="93C5FD"/>
                </a:solidFill>
                <a:latin typeface="Roboto"/>
              </a:rPr>
              <a:t>JAVA</a:t>
            </a:r>
          </a:p>
        </p:txBody>
      </p:sp>
      <p:sp>
        <p:nvSpPr>
          <p:cNvPr id="37" name="Sep"/>
          <p:cNvSpPr/>
          <p:nvPr/>
        </p:nvSpPr>
        <p:spPr>
          <a:xfrm>
            <a:off x="341700" y="1840000"/>
            <a:ext cx="8460600" cy="10000"/>
          </a:xfrm>
          <a:prstGeom prst="rect">
            <a:avLst/>
          </a:prstGeom>
          <a:solidFill>
            <a:srgbClr val="334155"/>
          </a:solidFill>
          <a:ln>
            <a:noFill/>
          </a:ln>
        </p:spPr>
        <p:txBody>
          <a:bodyPr/>
          <a:lstStyle/>
          <a:p>
            <a:endParaRPr/>
          </a:p>
        </p:txBody>
      </p:sp>
      <p:sp>
        <p:nvSpPr>
          <p:cNvPr id="40" name="LineNums"/>
          <p:cNvSpPr txBox="1"/>
          <p:nvPr/>
        </p:nvSpPr>
        <p:spPr>
          <a:xfrm>
            <a:off x="430000" y="1880000"/>
            <a:ext cx="320000" cy="1840000"/>
          </a:xfrm>
          <a:prstGeom prst="rect">
            <a:avLst/>
          </a:prstGeom>
          <a:noFill/>
        </p:spPr>
        <p:txBody>
          <a:bodyPr wrap="square" lIns="0" tIns="0" rIns="0" bIns="0" anchor="t">
            <a:noAutofit/>
          </a:bodyPr>
          <a:lstStyle/>
          <a:p>
            <a:pPr marL="0" indent="0" algn="r">
              <a:spcAft>
                <a:spcPts val="20"/>
              </a:spcAft>
              <a:buNone/>
            </a:pPr>
            <a:r>
              <a:rPr lang="en" sz="880" b="0">
                <a:solidFill>
                  <a:srgbClr val="475569"/>
                </a:solidFill>
                <a:latin typeface="Consolas"/>
              </a:rPr>
              <a:t>1</a:t>
            </a:r>
          </a:p>
          <a:p>
            <a:pPr marL="0" indent="0" algn="r">
              <a:spcAft>
                <a:spcPts val="20"/>
              </a:spcAft>
              <a:buNone/>
            </a:pPr>
            <a:r>
              <a:rPr lang="en" sz="880" b="0">
                <a:solidFill>
                  <a:srgbClr val="475569"/>
                </a:solidFill>
                <a:latin typeface="Consolas"/>
              </a:rPr>
              <a:t>2</a:t>
            </a:r>
          </a:p>
          <a:p>
            <a:pPr marL="0" indent="0" algn="r">
              <a:spcAft>
                <a:spcPts val="20"/>
              </a:spcAft>
              <a:buNone/>
            </a:pPr>
            <a:r>
              <a:rPr lang="en" sz="880" b="0">
                <a:solidFill>
                  <a:srgbClr val="475569"/>
                </a:solidFill>
                <a:latin typeface="Consolas"/>
              </a:rPr>
              <a:t>3</a:t>
            </a:r>
          </a:p>
          <a:p>
            <a:pPr marL="0" indent="0" algn="r">
              <a:spcAft>
                <a:spcPts val="20"/>
              </a:spcAft>
              <a:buNone/>
            </a:pPr>
            <a:r>
              <a:rPr lang="en" sz="880" b="0">
                <a:solidFill>
                  <a:srgbClr val="475569"/>
                </a:solidFill>
                <a:latin typeface="Consolas"/>
              </a:rPr>
              <a:t>4</a:t>
            </a:r>
          </a:p>
          <a:p>
            <a:pPr marL="0" indent="0" algn="r">
              <a:spcAft>
                <a:spcPts val="20"/>
              </a:spcAft>
              <a:buNone/>
            </a:pPr>
            <a:r>
              <a:rPr lang="en" sz="880" b="0">
                <a:solidFill>
                  <a:srgbClr val="475569"/>
                </a:solidFill>
                <a:latin typeface="Consolas"/>
              </a:rPr>
              <a:t>5</a:t>
            </a:r>
          </a:p>
          <a:p>
            <a:pPr marL="0" indent="0" algn="r">
              <a:spcAft>
                <a:spcPts val="20"/>
              </a:spcAft>
              <a:buNone/>
            </a:pPr>
            <a:r>
              <a:rPr lang="en" sz="880" b="0">
                <a:solidFill>
                  <a:srgbClr val="475569"/>
                </a:solidFill>
                <a:latin typeface="Consolas"/>
              </a:rPr>
              <a:t>6</a:t>
            </a:r>
          </a:p>
          <a:p>
            <a:pPr marL="0" indent="0" algn="r">
              <a:spcAft>
                <a:spcPts val="20"/>
              </a:spcAft>
              <a:buNone/>
            </a:pPr>
            <a:r>
              <a:rPr lang="en" sz="880" b="0">
                <a:solidFill>
                  <a:srgbClr val="475569"/>
                </a:solidFill>
                <a:latin typeface="Consolas"/>
              </a:rPr>
              <a:t>7</a:t>
            </a:r>
          </a:p>
          <a:p>
            <a:pPr marL="0" indent="0" algn="r">
              <a:spcAft>
                <a:spcPts val="20"/>
              </a:spcAft>
              <a:buNone/>
            </a:pPr>
            <a:r>
              <a:rPr lang="en" sz="880" b="0">
                <a:solidFill>
                  <a:srgbClr val="475569"/>
                </a:solidFill>
                <a:latin typeface="Consolas"/>
              </a:rPr>
              <a:t>8</a:t>
            </a:r>
          </a:p>
          <a:p>
            <a:pPr marL="0" indent="0" algn="r">
              <a:spcAft>
                <a:spcPts val="20"/>
              </a:spcAft>
              <a:buNone/>
            </a:pPr>
            <a:r>
              <a:rPr lang="en" sz="880" b="0">
                <a:solidFill>
                  <a:srgbClr val="475569"/>
                </a:solidFill>
                <a:latin typeface="Consolas"/>
              </a:rPr>
              <a:t>9</a:t>
            </a:r>
          </a:p>
          <a:p>
            <a:pPr marL="0" indent="0" algn="r">
              <a:spcAft>
                <a:spcPts val="20"/>
              </a:spcAft>
              <a:buNone/>
            </a:pPr>
            <a:r>
              <a:rPr lang="en" sz="880" b="0">
                <a:solidFill>
                  <a:srgbClr val="475569"/>
                </a:solidFill>
                <a:latin typeface="Consolas"/>
              </a:rPr>
              <a:t>10</a:t>
            </a:r>
          </a:p>
          <a:p>
            <a:pPr marL="0" indent="0" algn="r">
              <a:spcAft>
                <a:spcPts val="20"/>
              </a:spcAft>
              <a:buNone/>
            </a:pPr>
            <a:r>
              <a:rPr lang="en" sz="880" b="0">
                <a:solidFill>
                  <a:srgbClr val="475569"/>
                </a:solidFill>
                <a:latin typeface="Consolas"/>
              </a:rPr>
              <a:t>11</a:t>
            </a:r>
          </a:p>
          <a:p>
            <a:pPr marL="0" indent="0" algn="r">
              <a:spcAft>
                <a:spcPts val="20"/>
              </a:spcAft>
              <a:buNone/>
            </a:pPr>
            <a:r>
              <a:rPr lang="en" sz="880" b="0">
                <a:solidFill>
                  <a:srgbClr val="475569"/>
                </a:solidFill>
                <a:latin typeface="Consolas"/>
              </a:rPr>
              <a:t>12</a:t>
            </a:r>
          </a:p>
          <a:p>
            <a:pPr marL="0" indent="0" algn="r">
              <a:spcAft>
                <a:spcPts val="20"/>
              </a:spcAft>
              <a:buNone/>
            </a:pPr>
            <a:r>
              <a:rPr lang="en" sz="880" b="0">
                <a:solidFill>
                  <a:srgbClr val="475569"/>
                </a:solidFill>
                <a:latin typeface="Consolas"/>
              </a:rPr>
              <a:t>13</a:t>
            </a:r>
          </a:p>
          <a:p>
            <a:pPr marL="0" indent="0" algn="r">
              <a:spcAft>
                <a:spcPts val="20"/>
              </a:spcAft>
              <a:buNone/>
            </a:pPr>
            <a:r>
              <a:rPr lang="en" sz="880" b="0">
                <a:solidFill>
                  <a:srgbClr val="475569"/>
                </a:solidFill>
                <a:latin typeface="Consolas"/>
              </a:rPr>
              <a:t>14</a:t>
            </a:r>
          </a:p>
        </p:txBody>
      </p:sp>
      <p:sp>
        <p:nvSpPr>
          <p:cNvPr id="41" name="VDiv"/>
          <p:cNvSpPr/>
          <p:nvPr/>
        </p:nvSpPr>
        <p:spPr>
          <a:xfrm>
            <a:off x="810000" y="1880000"/>
            <a:ext cx="8000" cy="1840000"/>
          </a:xfrm>
          <a:prstGeom prst="rect">
            <a:avLst/>
          </a:prstGeom>
          <a:solidFill>
            <a:srgbClr val="334155"/>
          </a:solidFill>
          <a:ln>
            <a:noFill/>
          </a:ln>
        </p:spPr>
        <p:txBody>
          <a:bodyPr/>
          <a:lstStyle/>
          <a:p>
            <a:endParaRPr/>
          </a:p>
        </p:txBody>
      </p:sp>
      <p:sp>
        <p:nvSpPr>
          <p:cNvPr id="42" name="Code"/>
          <p:cNvSpPr txBox="1"/>
          <p:nvPr/>
        </p:nvSpPr>
        <p:spPr>
          <a:xfrm>
            <a:off x="890000" y="1880000"/>
            <a:ext cx="7800000" cy="1840000"/>
          </a:xfrm>
          <a:prstGeom prst="rect">
            <a:avLst/>
          </a:prstGeom>
          <a:noFill/>
        </p:spPr>
        <p:txBody>
          <a:bodyPr wrap="square" lIns="0" tIns="0" rIns="0" bIns="0" anchor="t">
            <a:noAutofit/>
          </a:bodyPr>
          <a:lstStyle/>
          <a:p>
            <a:pPr marL="0" indent="0">
              <a:spcAft>
                <a:spcPts val="20"/>
              </a:spcAft>
              <a:buNone/>
            </a:pPr>
            <a:r>
              <a:rPr lang="en" sz="880" b="0">
                <a:solidFill>
                  <a:srgbClr val="60A5FA"/>
                </a:solidFill>
                <a:latin typeface="Consolas"/>
              </a:rPr>
              <a:t>public</a:t>
            </a:r>
            <a:r>
              <a:rPr lang="en" sz="880" b="0">
                <a:solidFill>
                  <a:srgbClr val="E2E8F0"/>
                </a:solidFill>
                <a:latin typeface="Consolas"/>
              </a:rPr>
              <a:t> </a:t>
            </a:r>
            <a:r>
              <a:rPr lang="en" sz="880" b="0">
                <a:solidFill>
                  <a:srgbClr val="60A5FA"/>
                </a:solidFill>
                <a:latin typeface="Consolas"/>
              </a:rPr>
              <a:t>class</a:t>
            </a:r>
            <a:r>
              <a:rPr lang="en" sz="880" b="0">
                <a:solidFill>
                  <a:srgbClr val="E2E8F0"/>
                </a:solidFill>
                <a:latin typeface="Consolas"/>
              </a:rPr>
              <a:t> </a:t>
            </a:r>
            <a:r>
              <a:rPr lang="en" sz="880" b="0">
                <a:solidFill>
                  <a:srgbClr val="4EC9B0"/>
                </a:solidFill>
                <a:latin typeface="Consolas"/>
              </a:rPr>
              <a:t>Dog</a:t>
            </a:r>
            <a:r>
              <a:rPr lang="en" sz="880" b="0">
                <a:solidFill>
                  <a:srgbClr val="E2E8F0"/>
                </a:solidFill>
                <a:latin typeface="Consolas"/>
              </a:rPr>
              <a:t> </a:t>
            </a:r>
            <a:r>
              <a:rPr lang="en" sz="880" b="0">
                <a:solidFill>
                  <a:srgbClr val="94A3B8"/>
                </a:solidFill>
                <a:latin typeface="Consolas"/>
              </a:rPr>
              <a:t>{</a:t>
            </a:r>
          </a:p>
          <a:p>
            <a:pPr marL="0" indent="0">
              <a:spcAft>
                <a:spcPts val="20"/>
              </a:spcAft>
              <a:buNone/>
            </a:pPr>
            <a:r>
              <a:rPr lang="en" sz="880" b="0">
                <a:solidFill>
                  <a:srgbClr val="E2E8F0"/>
                </a:solidFill>
                <a:latin typeface="Consolas"/>
              </a:rPr>
              <a:t>    </a:t>
            </a:r>
            <a:r>
              <a:rPr lang="en" sz="880" b="0">
                <a:solidFill>
                  <a:srgbClr val="60A5FA"/>
                </a:solidFill>
                <a:latin typeface="Consolas"/>
              </a:rPr>
              <a:t>private</a:t>
            </a:r>
            <a:r>
              <a:rPr lang="en" sz="880" b="0">
                <a:solidFill>
                  <a:srgbClr val="E2E8F0"/>
                </a:solidFill>
                <a:latin typeface="Consolas"/>
              </a:rPr>
              <a:t> </a:t>
            </a:r>
            <a:r>
              <a:rPr lang="en" sz="880" b="0">
                <a:solidFill>
                  <a:srgbClr val="4EC9B0"/>
                </a:solidFill>
                <a:latin typeface="Consolas"/>
              </a:rPr>
              <a:t>String</a:t>
            </a:r>
            <a:r>
              <a:rPr lang="en" sz="880" b="0">
                <a:solidFill>
                  <a:srgbClr val="E2E8F0"/>
                </a:solidFill>
                <a:latin typeface="Consolas"/>
              </a:rPr>
              <a:t> name</a:t>
            </a:r>
            <a:r>
              <a:rPr lang="en" sz="880" b="0">
                <a:solidFill>
                  <a:srgbClr val="94A3B8"/>
                </a:solidFill>
                <a:latin typeface="Consolas"/>
              </a:rPr>
              <a:t>;</a:t>
            </a:r>
          </a:p>
          <a:p>
            <a:pPr marL="0" indent="0">
              <a:spcAft>
                <a:spcPts val="20"/>
              </a:spcAft>
              <a:buNone/>
            </a:pPr>
            <a:r>
              <a:rPr lang="en" sz="880" b="0">
                <a:solidFill>
                  <a:srgbClr val="E2E8F0"/>
                </a:solidFill>
                <a:latin typeface="Consolas"/>
              </a:rPr>
              <a:t>    </a:t>
            </a:r>
            <a:r>
              <a:rPr lang="en" sz="880" b="0">
                <a:solidFill>
                  <a:srgbClr val="60A5FA"/>
                </a:solidFill>
                <a:latin typeface="Consolas"/>
              </a:rPr>
              <a:t>private</a:t>
            </a:r>
            <a:r>
              <a:rPr lang="en" sz="880" b="0">
                <a:solidFill>
                  <a:srgbClr val="E2E8F0"/>
                </a:solidFill>
                <a:latin typeface="Consolas"/>
              </a:rPr>
              <a:t> </a:t>
            </a:r>
            <a:r>
              <a:rPr lang="en" sz="880" b="0">
                <a:solidFill>
                  <a:srgbClr val="60A5FA"/>
                </a:solidFill>
                <a:latin typeface="Consolas"/>
              </a:rPr>
              <a:t>int</a:t>
            </a:r>
            <a:r>
              <a:rPr lang="en" sz="880" b="0">
                <a:solidFill>
                  <a:srgbClr val="E2E8F0"/>
                </a:solidFill>
                <a:latin typeface="Consolas"/>
              </a:rPr>
              <a:t> age</a:t>
            </a:r>
            <a:r>
              <a:rPr lang="en" sz="880" b="0">
                <a:solidFill>
                  <a:srgbClr val="94A3B8"/>
                </a:solidFill>
                <a:latin typeface="Consolas"/>
              </a:rPr>
              <a:t>;</a:t>
            </a:r>
          </a:p>
          <a:p>
            <a:pPr marL="0" indent="0">
              <a:spcAft>
                <a:spcPts val="20"/>
              </a:spcAft>
              <a:buNone/>
            </a:pPr>
            <a:r>
              <a:rPr lang="en" sz="880" b="0">
                <a:solidFill>
                  <a:srgbClr val="E2E8F0"/>
                </a:solidFill>
                <a:latin typeface="Consolas"/>
              </a:rPr>
              <a:t>    </a:t>
            </a:r>
            <a:r>
              <a:rPr lang="en" sz="880" b="0" i="1">
                <a:solidFill>
                  <a:srgbClr val="6A9955"/>
                </a:solidFill>
                <a:latin typeface="Consolas"/>
              </a:rPr>
              <a:t>// Constructor 1 — name only</a:t>
            </a:r>
          </a:p>
          <a:p>
            <a:pPr marL="0" indent="0">
              <a:spcAft>
                <a:spcPts val="20"/>
              </a:spcAft>
              <a:buNone/>
            </a:pPr>
            <a:r>
              <a:rPr lang="en" sz="880" b="0">
                <a:solidFill>
                  <a:srgbClr val="E2E8F0"/>
                </a:solidFill>
                <a:latin typeface="Consolas"/>
              </a:rPr>
              <a:t>    </a:t>
            </a:r>
            <a:r>
              <a:rPr lang="en" sz="880" b="0">
                <a:solidFill>
                  <a:srgbClr val="60A5FA"/>
                </a:solidFill>
                <a:latin typeface="Consolas"/>
              </a:rPr>
              <a:t>public</a:t>
            </a:r>
            <a:r>
              <a:rPr lang="en" sz="880" b="0">
                <a:solidFill>
                  <a:srgbClr val="E2E8F0"/>
                </a:solidFill>
                <a:latin typeface="Consolas"/>
              </a:rPr>
              <a:t> </a:t>
            </a:r>
            <a:r>
              <a:rPr lang="en" sz="880" b="0">
                <a:solidFill>
                  <a:srgbClr val="4EC9B0"/>
                </a:solidFill>
                <a:latin typeface="Consolas"/>
              </a:rPr>
              <a:t>Dog</a:t>
            </a:r>
            <a:r>
              <a:rPr lang="en" sz="880" b="0">
                <a:solidFill>
                  <a:srgbClr val="94A3B8"/>
                </a:solidFill>
                <a:latin typeface="Consolas"/>
              </a:rPr>
              <a:t>(</a:t>
            </a:r>
            <a:r>
              <a:rPr lang="en" sz="880" b="0">
                <a:solidFill>
                  <a:srgbClr val="4EC9B0"/>
                </a:solidFill>
                <a:latin typeface="Consolas"/>
              </a:rPr>
              <a:t>String</a:t>
            </a:r>
            <a:r>
              <a:rPr lang="en" sz="880" b="0">
                <a:solidFill>
                  <a:srgbClr val="E2E8F0"/>
                </a:solidFill>
                <a:latin typeface="Consolas"/>
              </a:rPr>
              <a:t> name</a:t>
            </a:r>
            <a:r>
              <a:rPr lang="en" sz="880" b="0">
                <a:solidFill>
                  <a:srgbClr val="94A3B8"/>
                </a:solidFill>
                <a:latin typeface="Consolas"/>
              </a:rPr>
              <a:t>)</a:t>
            </a:r>
            <a:r>
              <a:rPr lang="en" sz="880" b="0">
                <a:solidFill>
                  <a:srgbClr val="E2E8F0"/>
                </a:solidFill>
                <a:latin typeface="Consolas"/>
              </a:rPr>
              <a:t> </a:t>
            </a:r>
            <a:r>
              <a:rPr lang="en" sz="880" b="0">
                <a:solidFill>
                  <a:srgbClr val="94A3B8"/>
                </a:solidFill>
                <a:latin typeface="Consolas"/>
              </a:rPr>
              <a:t>{</a:t>
            </a:r>
          </a:p>
          <a:p>
            <a:pPr marL="0" indent="0">
              <a:spcAft>
                <a:spcPts val="20"/>
              </a:spcAft>
              <a:buNone/>
            </a:pPr>
            <a:r>
              <a:rPr lang="en" sz="880" b="0">
                <a:solidFill>
                  <a:srgbClr val="E2E8F0"/>
                </a:solidFill>
                <a:latin typeface="Consolas"/>
              </a:rPr>
              <a:t>        </a:t>
            </a:r>
            <a:r>
              <a:rPr lang="en" sz="880" b="0">
                <a:solidFill>
                  <a:srgbClr val="60A5FA"/>
                </a:solidFill>
                <a:latin typeface="Consolas"/>
              </a:rPr>
              <a:t>this</a:t>
            </a:r>
            <a:r>
              <a:rPr lang="en" sz="880" b="0">
                <a:solidFill>
                  <a:srgbClr val="94A3B8"/>
                </a:solidFill>
                <a:latin typeface="Consolas"/>
              </a:rPr>
              <a:t>.</a:t>
            </a:r>
            <a:r>
              <a:rPr lang="en" sz="880" b="0">
                <a:solidFill>
                  <a:srgbClr val="E2E8F0"/>
                </a:solidFill>
                <a:latin typeface="Consolas"/>
              </a:rPr>
              <a:t>name </a:t>
            </a:r>
            <a:r>
              <a:rPr lang="en" sz="880" b="0">
                <a:solidFill>
                  <a:srgbClr val="94A3B8"/>
                </a:solidFill>
                <a:latin typeface="Consolas"/>
              </a:rPr>
              <a:t>=</a:t>
            </a:r>
            <a:r>
              <a:rPr lang="en" sz="880" b="0">
                <a:solidFill>
                  <a:srgbClr val="E2E8F0"/>
                </a:solidFill>
                <a:latin typeface="Consolas"/>
              </a:rPr>
              <a:t> name</a:t>
            </a:r>
            <a:r>
              <a:rPr lang="en" sz="880" b="0">
                <a:solidFill>
                  <a:srgbClr val="94A3B8"/>
                </a:solidFill>
                <a:latin typeface="Consolas"/>
              </a:rPr>
              <a:t>;</a:t>
            </a:r>
          </a:p>
          <a:p>
            <a:pPr marL="0" indent="0">
              <a:spcAft>
                <a:spcPts val="20"/>
              </a:spcAft>
              <a:buNone/>
            </a:pPr>
            <a:r>
              <a:rPr lang="en" sz="880" b="0">
                <a:solidFill>
                  <a:srgbClr val="E2E8F0"/>
                </a:solidFill>
                <a:latin typeface="Consolas"/>
              </a:rPr>
              <a:t>        </a:t>
            </a:r>
            <a:r>
              <a:rPr lang="en" sz="880" b="0">
                <a:solidFill>
                  <a:srgbClr val="60A5FA"/>
                </a:solidFill>
                <a:latin typeface="Consolas"/>
              </a:rPr>
              <a:t>this</a:t>
            </a:r>
            <a:r>
              <a:rPr lang="en" sz="880" b="0">
                <a:solidFill>
                  <a:srgbClr val="94A3B8"/>
                </a:solidFill>
                <a:latin typeface="Consolas"/>
              </a:rPr>
              <a:t>.</a:t>
            </a:r>
            <a:r>
              <a:rPr lang="en" sz="880" b="0">
                <a:solidFill>
                  <a:srgbClr val="E2E8F0"/>
                </a:solidFill>
                <a:latin typeface="Consolas"/>
              </a:rPr>
              <a:t>age </a:t>
            </a:r>
            <a:r>
              <a:rPr lang="en" sz="880" b="0">
                <a:solidFill>
                  <a:srgbClr val="94A3B8"/>
                </a:solidFill>
                <a:latin typeface="Consolas"/>
              </a:rPr>
              <a:t>=</a:t>
            </a:r>
            <a:r>
              <a:rPr lang="en" sz="880" b="0">
                <a:solidFill>
                  <a:srgbClr val="E2E8F0"/>
                </a:solidFill>
                <a:latin typeface="Consolas"/>
              </a:rPr>
              <a:t> </a:t>
            </a:r>
            <a:r>
              <a:rPr lang="en" sz="880" b="0">
                <a:solidFill>
                  <a:srgbClr val="B5CEA8"/>
                </a:solidFill>
                <a:latin typeface="Consolas"/>
              </a:rPr>
              <a:t>0</a:t>
            </a:r>
            <a:r>
              <a:rPr lang="en" sz="880" b="0">
                <a:solidFill>
                  <a:srgbClr val="94A3B8"/>
                </a:solidFill>
                <a:latin typeface="Consolas"/>
              </a:rPr>
              <a:t>;</a:t>
            </a:r>
            <a:r>
              <a:rPr lang="en" sz="880" b="0">
                <a:solidFill>
                  <a:srgbClr val="E2E8F0"/>
                </a:solidFill>
                <a:latin typeface="Consolas"/>
              </a:rPr>
              <a:t>        </a:t>
            </a:r>
            <a:r>
              <a:rPr lang="en" sz="880" b="0" i="1">
                <a:solidFill>
                  <a:srgbClr val="6A9955"/>
                </a:solidFill>
                <a:latin typeface="Consolas"/>
              </a:rPr>
              <a:t>// default age</a:t>
            </a:r>
          </a:p>
          <a:p>
            <a:pPr marL="0" indent="0">
              <a:spcAft>
                <a:spcPts val="20"/>
              </a:spcAft>
              <a:buNone/>
            </a:pPr>
            <a:r>
              <a:rPr lang="en" sz="880" b="0">
                <a:solidFill>
                  <a:srgbClr val="E2E8F0"/>
                </a:solidFill>
                <a:latin typeface="Consolas"/>
              </a:rPr>
              <a:t>    </a:t>
            </a:r>
            <a:r>
              <a:rPr lang="en" sz="880" b="0">
                <a:solidFill>
                  <a:srgbClr val="94A3B8"/>
                </a:solidFill>
                <a:latin typeface="Consolas"/>
              </a:rPr>
              <a:t>}</a:t>
            </a:r>
          </a:p>
          <a:p>
            <a:pPr marL="0" indent="0">
              <a:spcAft>
                <a:spcPts val="20"/>
              </a:spcAft>
              <a:buNone/>
            </a:pPr>
            <a:r>
              <a:rPr lang="en" sz="880" b="0">
                <a:solidFill>
                  <a:srgbClr val="E2E8F0"/>
                </a:solidFill>
                <a:latin typeface="Consolas"/>
              </a:rPr>
              <a:t>    </a:t>
            </a:r>
            <a:r>
              <a:rPr lang="en" sz="880" b="0" i="1">
                <a:solidFill>
                  <a:srgbClr val="6A9955"/>
                </a:solidFill>
                <a:latin typeface="Consolas"/>
              </a:rPr>
              <a:t>// Constructor 2 — name and age</a:t>
            </a:r>
          </a:p>
          <a:p>
            <a:pPr marL="0" indent="0">
              <a:spcAft>
                <a:spcPts val="20"/>
              </a:spcAft>
              <a:buNone/>
            </a:pPr>
            <a:r>
              <a:rPr lang="en" sz="880" b="0">
                <a:solidFill>
                  <a:srgbClr val="E2E8F0"/>
                </a:solidFill>
                <a:latin typeface="Consolas"/>
              </a:rPr>
              <a:t>    </a:t>
            </a:r>
            <a:r>
              <a:rPr lang="en" sz="880" b="0">
                <a:solidFill>
                  <a:srgbClr val="60A5FA"/>
                </a:solidFill>
                <a:latin typeface="Consolas"/>
              </a:rPr>
              <a:t>public</a:t>
            </a:r>
            <a:r>
              <a:rPr lang="en" sz="880" b="0">
                <a:solidFill>
                  <a:srgbClr val="E2E8F0"/>
                </a:solidFill>
                <a:latin typeface="Consolas"/>
              </a:rPr>
              <a:t> </a:t>
            </a:r>
            <a:r>
              <a:rPr lang="en" sz="880" b="0">
                <a:solidFill>
                  <a:srgbClr val="4EC9B0"/>
                </a:solidFill>
                <a:latin typeface="Consolas"/>
              </a:rPr>
              <a:t>Dog</a:t>
            </a:r>
            <a:r>
              <a:rPr lang="en" sz="880" b="0">
                <a:solidFill>
                  <a:srgbClr val="94A3B8"/>
                </a:solidFill>
                <a:latin typeface="Consolas"/>
              </a:rPr>
              <a:t>(</a:t>
            </a:r>
            <a:r>
              <a:rPr lang="en" sz="880" b="0">
                <a:solidFill>
                  <a:srgbClr val="4EC9B0"/>
                </a:solidFill>
                <a:latin typeface="Consolas"/>
              </a:rPr>
              <a:t>String</a:t>
            </a:r>
            <a:r>
              <a:rPr lang="en" sz="880" b="0">
                <a:solidFill>
                  <a:srgbClr val="E2E8F0"/>
                </a:solidFill>
                <a:latin typeface="Consolas"/>
              </a:rPr>
              <a:t> name</a:t>
            </a:r>
            <a:r>
              <a:rPr lang="en" sz="880" b="0">
                <a:solidFill>
                  <a:srgbClr val="94A3B8"/>
                </a:solidFill>
                <a:latin typeface="Consolas"/>
              </a:rPr>
              <a:t>,</a:t>
            </a:r>
            <a:r>
              <a:rPr lang="en" sz="880" b="0">
                <a:solidFill>
                  <a:srgbClr val="E2E8F0"/>
                </a:solidFill>
                <a:latin typeface="Consolas"/>
              </a:rPr>
              <a:t> </a:t>
            </a:r>
            <a:r>
              <a:rPr lang="en" sz="880" b="0">
                <a:solidFill>
                  <a:srgbClr val="60A5FA"/>
                </a:solidFill>
                <a:latin typeface="Consolas"/>
              </a:rPr>
              <a:t>int</a:t>
            </a:r>
            <a:r>
              <a:rPr lang="en" sz="880" b="0">
                <a:solidFill>
                  <a:srgbClr val="E2E8F0"/>
                </a:solidFill>
                <a:latin typeface="Consolas"/>
              </a:rPr>
              <a:t> age</a:t>
            </a:r>
            <a:r>
              <a:rPr lang="en" sz="880" b="0">
                <a:solidFill>
                  <a:srgbClr val="94A3B8"/>
                </a:solidFill>
                <a:latin typeface="Consolas"/>
              </a:rPr>
              <a:t>)</a:t>
            </a:r>
            <a:r>
              <a:rPr lang="en" sz="880" b="0">
                <a:solidFill>
                  <a:srgbClr val="E2E8F0"/>
                </a:solidFill>
                <a:latin typeface="Consolas"/>
              </a:rPr>
              <a:t> </a:t>
            </a:r>
            <a:r>
              <a:rPr lang="en" sz="880" b="0">
                <a:solidFill>
                  <a:srgbClr val="94A3B8"/>
                </a:solidFill>
                <a:latin typeface="Consolas"/>
              </a:rPr>
              <a:t>{</a:t>
            </a:r>
          </a:p>
          <a:p>
            <a:pPr marL="0" indent="0">
              <a:spcAft>
                <a:spcPts val="20"/>
              </a:spcAft>
              <a:buNone/>
            </a:pPr>
            <a:r>
              <a:rPr lang="en" sz="880" b="0">
                <a:solidFill>
                  <a:srgbClr val="E2E8F0"/>
                </a:solidFill>
                <a:latin typeface="Consolas"/>
              </a:rPr>
              <a:t>        </a:t>
            </a:r>
            <a:r>
              <a:rPr lang="en" sz="880" b="0">
                <a:solidFill>
                  <a:srgbClr val="60A5FA"/>
                </a:solidFill>
                <a:latin typeface="Consolas"/>
              </a:rPr>
              <a:t>this</a:t>
            </a:r>
            <a:r>
              <a:rPr lang="en" sz="880" b="0">
                <a:solidFill>
                  <a:srgbClr val="94A3B8"/>
                </a:solidFill>
                <a:latin typeface="Consolas"/>
              </a:rPr>
              <a:t>.</a:t>
            </a:r>
            <a:r>
              <a:rPr lang="en" sz="880" b="0">
                <a:solidFill>
                  <a:srgbClr val="E2E8F0"/>
                </a:solidFill>
                <a:latin typeface="Consolas"/>
              </a:rPr>
              <a:t>name </a:t>
            </a:r>
            <a:r>
              <a:rPr lang="en" sz="880" b="0">
                <a:solidFill>
                  <a:srgbClr val="94A3B8"/>
                </a:solidFill>
                <a:latin typeface="Consolas"/>
              </a:rPr>
              <a:t>=</a:t>
            </a:r>
            <a:r>
              <a:rPr lang="en" sz="880" b="0">
                <a:solidFill>
                  <a:srgbClr val="E2E8F0"/>
                </a:solidFill>
                <a:latin typeface="Consolas"/>
              </a:rPr>
              <a:t> name</a:t>
            </a:r>
            <a:r>
              <a:rPr lang="en" sz="880" b="0">
                <a:solidFill>
                  <a:srgbClr val="94A3B8"/>
                </a:solidFill>
                <a:latin typeface="Consolas"/>
              </a:rPr>
              <a:t>;</a:t>
            </a:r>
          </a:p>
          <a:p>
            <a:pPr marL="0" indent="0">
              <a:spcAft>
                <a:spcPts val="20"/>
              </a:spcAft>
              <a:buNone/>
            </a:pPr>
            <a:r>
              <a:rPr lang="en" sz="880" b="0">
                <a:solidFill>
                  <a:srgbClr val="E2E8F0"/>
                </a:solidFill>
                <a:latin typeface="Consolas"/>
              </a:rPr>
              <a:t>        </a:t>
            </a:r>
            <a:r>
              <a:rPr lang="en" sz="880" b="0">
                <a:solidFill>
                  <a:srgbClr val="60A5FA"/>
                </a:solidFill>
                <a:latin typeface="Consolas"/>
              </a:rPr>
              <a:t>this</a:t>
            </a:r>
            <a:r>
              <a:rPr lang="en" sz="880" b="0">
                <a:solidFill>
                  <a:srgbClr val="94A3B8"/>
                </a:solidFill>
                <a:latin typeface="Consolas"/>
              </a:rPr>
              <a:t>.</a:t>
            </a:r>
            <a:r>
              <a:rPr lang="en" sz="880" b="0">
                <a:solidFill>
                  <a:srgbClr val="E2E8F0"/>
                </a:solidFill>
                <a:latin typeface="Consolas"/>
              </a:rPr>
              <a:t>age </a:t>
            </a:r>
            <a:r>
              <a:rPr lang="en" sz="880" b="0">
                <a:solidFill>
                  <a:srgbClr val="94A3B8"/>
                </a:solidFill>
                <a:latin typeface="Consolas"/>
              </a:rPr>
              <a:t>=</a:t>
            </a:r>
            <a:r>
              <a:rPr lang="en" sz="880" b="0">
                <a:solidFill>
                  <a:srgbClr val="E2E8F0"/>
                </a:solidFill>
                <a:latin typeface="Consolas"/>
              </a:rPr>
              <a:t> age</a:t>
            </a:r>
            <a:r>
              <a:rPr lang="en" sz="880" b="0">
                <a:solidFill>
                  <a:srgbClr val="94A3B8"/>
                </a:solidFill>
                <a:latin typeface="Consolas"/>
              </a:rPr>
              <a:t>;</a:t>
            </a:r>
          </a:p>
          <a:p>
            <a:pPr marL="0" indent="0">
              <a:spcAft>
                <a:spcPts val="20"/>
              </a:spcAft>
              <a:buNone/>
            </a:pPr>
            <a:r>
              <a:rPr lang="en" sz="880" b="0">
                <a:solidFill>
                  <a:srgbClr val="E2E8F0"/>
                </a:solidFill>
                <a:latin typeface="Consolas"/>
              </a:rPr>
              <a:t>    </a:t>
            </a:r>
            <a:r>
              <a:rPr lang="en" sz="880" b="0">
                <a:solidFill>
                  <a:srgbClr val="94A3B8"/>
                </a:solidFill>
                <a:latin typeface="Consolas"/>
              </a:rPr>
              <a:t>}</a:t>
            </a:r>
          </a:p>
          <a:p>
            <a:pPr marL="0" indent="0">
              <a:spcAft>
                <a:spcPts val="20"/>
              </a:spcAft>
              <a:buNone/>
            </a:pPr>
            <a:r>
              <a:rPr lang="en" sz="880" b="0">
                <a:solidFill>
                  <a:srgbClr val="94A3B8"/>
                </a:solidFill>
                <a:latin typeface="Consolas"/>
              </a:rPr>
              <a:t>}</a:t>
            </a:r>
          </a:p>
        </p:txBody>
      </p:sp>
      <p:sp>
        <p:nvSpPr>
          <p:cNvPr id="60" name="P60"/>
          <p:cNvSpPr/>
          <p:nvPr/>
        </p:nvSpPr>
        <p:spPr>
          <a:xfrm>
            <a:off x="311700" y="3810000"/>
            <a:ext cx="2733000" cy="560000"/>
          </a:xfrm>
          <a:prstGeom prst="roundRect">
            <a:avLst>
              <a:gd name="adj" fmla="val 8000"/>
            </a:avLst>
          </a:prstGeom>
          <a:solidFill>
            <a:srgbClr val="1E293B"/>
          </a:solidFill>
          <a:ln w="9525">
            <a:solidFill>
              <a:srgbClr val="334155"/>
            </a:solidFill>
          </a:ln>
        </p:spPr>
        <p:txBody>
          <a:bodyPr/>
          <a:lstStyle/>
          <a:p>
            <a:endParaRPr/>
          </a:p>
        </p:txBody>
      </p:sp>
      <p:sp>
        <p:nvSpPr>
          <p:cNvPr id="61" name="UA"/>
          <p:cNvSpPr txBox="1"/>
          <p:nvPr/>
        </p:nvSpPr>
        <p:spPr>
          <a:xfrm>
            <a:off x="431700" y="3900000"/>
            <a:ext cx="2493000" cy="400000"/>
          </a:xfrm>
          <a:prstGeom prst="rect">
            <a:avLst/>
          </a:prstGeom>
          <a:noFill/>
        </p:spPr>
        <p:txBody>
          <a:bodyPr wrap="square" lIns="0" tIns="0" rIns="0" bIns="0" anchor="t">
            <a:noAutofit/>
          </a:bodyPr>
          <a:lstStyle/>
          <a:p>
            <a:pPr marL="0" indent="0">
              <a:spcAft>
                <a:spcPts val="40"/>
              </a:spcAft>
              <a:buNone/>
            </a:pPr>
            <a:r>
              <a:rPr lang="en" sz="880" b="0">
                <a:solidFill>
                  <a:srgbClr val="4EC9B0"/>
                </a:solidFill>
                <a:latin typeface="Consolas"/>
              </a:rPr>
              <a:t>Dog</a:t>
            </a:r>
            <a:r>
              <a:rPr lang="en" sz="880" b="0">
                <a:solidFill>
                  <a:srgbClr val="E2E8F0"/>
                </a:solidFill>
                <a:latin typeface="Consolas"/>
              </a:rPr>
              <a:t> a </a:t>
            </a:r>
            <a:r>
              <a:rPr lang="en" sz="880" b="0">
                <a:solidFill>
                  <a:srgbClr val="94A3B8"/>
                </a:solidFill>
                <a:latin typeface="Consolas"/>
              </a:rPr>
              <a:t>=</a:t>
            </a:r>
            <a:r>
              <a:rPr lang="en" sz="880" b="0">
                <a:solidFill>
                  <a:srgbClr val="E2E8F0"/>
                </a:solidFill>
                <a:latin typeface="Consolas"/>
              </a:rPr>
              <a:t> </a:t>
            </a:r>
            <a:r>
              <a:rPr lang="en" sz="880" b="0">
                <a:solidFill>
                  <a:srgbClr val="60A5FA"/>
                </a:solidFill>
                <a:latin typeface="Consolas"/>
              </a:rPr>
              <a:t>new</a:t>
            </a:r>
            <a:r>
              <a:rPr lang="en" sz="880" b="0">
                <a:solidFill>
                  <a:srgbClr val="E2E8F0"/>
                </a:solidFill>
                <a:latin typeface="Consolas"/>
              </a:rPr>
              <a:t> </a:t>
            </a:r>
            <a:r>
              <a:rPr lang="en" sz="880" b="0">
                <a:solidFill>
                  <a:srgbClr val="4EC9B0"/>
                </a:solidFill>
                <a:latin typeface="Consolas"/>
              </a:rPr>
              <a:t>Dog</a:t>
            </a:r>
            <a:r>
              <a:rPr lang="en" sz="880" b="0">
                <a:solidFill>
                  <a:srgbClr val="94A3B8"/>
                </a:solidFill>
                <a:latin typeface="Consolas"/>
              </a:rPr>
              <a:t>(</a:t>
            </a:r>
            <a:r>
              <a:rPr lang="en" sz="880" b="0">
                <a:solidFill>
                  <a:srgbClr val="CE9178"/>
                </a:solidFill>
                <a:latin typeface="Consolas"/>
              </a:rPr>
              <a:t>"Rex"</a:t>
            </a:r>
            <a:r>
              <a:rPr lang="en" sz="880" b="0">
                <a:solidFill>
                  <a:srgbClr val="94A3B8"/>
                </a:solidFill>
                <a:latin typeface="Consolas"/>
              </a:rPr>
              <a:t>);</a:t>
            </a:r>
          </a:p>
          <a:p>
            <a:pPr marL="0" indent="0">
              <a:spcAft>
                <a:spcPts val="0"/>
              </a:spcAft>
              <a:buNone/>
            </a:pPr>
            <a:r>
              <a:rPr lang="en" sz="760" b="0" i="1">
                <a:solidFill>
                  <a:srgbClr val="6A9955"/>
                </a:solidFill>
                <a:latin typeface="Consolas"/>
              </a:rPr>
              <a:t>// calls Constructor 1 — age defaults to 0</a:t>
            </a:r>
          </a:p>
        </p:txBody>
      </p:sp>
      <p:sp>
        <p:nvSpPr>
          <p:cNvPr id="62" name="P62"/>
          <p:cNvSpPr/>
          <p:nvPr/>
        </p:nvSpPr>
        <p:spPr>
          <a:xfrm>
            <a:off x="3204700" y="3810000"/>
            <a:ext cx="2733000" cy="560000"/>
          </a:xfrm>
          <a:prstGeom prst="roundRect">
            <a:avLst>
              <a:gd name="adj" fmla="val 8000"/>
            </a:avLst>
          </a:prstGeom>
          <a:solidFill>
            <a:srgbClr val="1E293B"/>
          </a:solidFill>
          <a:ln w="9525">
            <a:solidFill>
              <a:srgbClr val="334155"/>
            </a:solidFill>
          </a:ln>
        </p:spPr>
        <p:txBody>
          <a:bodyPr/>
          <a:lstStyle/>
          <a:p>
            <a:endParaRPr/>
          </a:p>
        </p:txBody>
      </p:sp>
      <p:sp>
        <p:nvSpPr>
          <p:cNvPr id="63" name="UB"/>
          <p:cNvSpPr txBox="1"/>
          <p:nvPr/>
        </p:nvSpPr>
        <p:spPr>
          <a:xfrm>
            <a:off x="3324700" y="3900000"/>
            <a:ext cx="2493000" cy="400000"/>
          </a:xfrm>
          <a:prstGeom prst="rect">
            <a:avLst/>
          </a:prstGeom>
          <a:noFill/>
        </p:spPr>
        <p:txBody>
          <a:bodyPr wrap="square" lIns="0" tIns="0" rIns="0" bIns="0" anchor="t">
            <a:noAutofit/>
          </a:bodyPr>
          <a:lstStyle/>
          <a:p>
            <a:pPr marL="0" indent="0">
              <a:spcAft>
                <a:spcPts val="40"/>
              </a:spcAft>
              <a:buNone/>
            </a:pPr>
            <a:r>
              <a:rPr lang="en" sz="880" b="0">
                <a:solidFill>
                  <a:srgbClr val="4EC9B0"/>
                </a:solidFill>
                <a:latin typeface="Consolas"/>
              </a:rPr>
              <a:t>Dog</a:t>
            </a:r>
            <a:r>
              <a:rPr lang="en" sz="880" b="0">
                <a:solidFill>
                  <a:srgbClr val="E2E8F0"/>
                </a:solidFill>
                <a:latin typeface="Consolas"/>
              </a:rPr>
              <a:t> b </a:t>
            </a:r>
            <a:r>
              <a:rPr lang="en" sz="880" b="0">
                <a:solidFill>
                  <a:srgbClr val="94A3B8"/>
                </a:solidFill>
                <a:latin typeface="Consolas"/>
              </a:rPr>
              <a:t>=</a:t>
            </a:r>
            <a:r>
              <a:rPr lang="en" sz="880" b="0">
                <a:solidFill>
                  <a:srgbClr val="E2E8F0"/>
                </a:solidFill>
                <a:latin typeface="Consolas"/>
              </a:rPr>
              <a:t> </a:t>
            </a:r>
            <a:r>
              <a:rPr lang="en" sz="880" b="0">
                <a:solidFill>
                  <a:srgbClr val="60A5FA"/>
                </a:solidFill>
                <a:latin typeface="Consolas"/>
              </a:rPr>
              <a:t>new</a:t>
            </a:r>
            <a:r>
              <a:rPr lang="en" sz="880" b="0">
                <a:solidFill>
                  <a:srgbClr val="E2E8F0"/>
                </a:solidFill>
                <a:latin typeface="Consolas"/>
              </a:rPr>
              <a:t> </a:t>
            </a:r>
            <a:r>
              <a:rPr lang="en" sz="880" b="0">
                <a:solidFill>
                  <a:srgbClr val="4EC9B0"/>
                </a:solidFill>
                <a:latin typeface="Consolas"/>
              </a:rPr>
              <a:t>Dog</a:t>
            </a:r>
            <a:r>
              <a:rPr lang="en" sz="880" b="0">
                <a:solidFill>
                  <a:srgbClr val="94A3B8"/>
                </a:solidFill>
                <a:latin typeface="Consolas"/>
              </a:rPr>
              <a:t>(</a:t>
            </a:r>
            <a:r>
              <a:rPr lang="en" sz="880" b="0">
                <a:solidFill>
                  <a:srgbClr val="CE9178"/>
                </a:solidFill>
                <a:latin typeface="Consolas"/>
              </a:rPr>
              <a:t>"Bella"</a:t>
            </a:r>
            <a:r>
              <a:rPr lang="en" sz="880" b="0">
                <a:solidFill>
                  <a:srgbClr val="94A3B8"/>
                </a:solidFill>
                <a:latin typeface="Consolas"/>
              </a:rPr>
              <a:t>,</a:t>
            </a:r>
            <a:r>
              <a:rPr lang="en" sz="880" b="0">
                <a:solidFill>
                  <a:srgbClr val="E2E8F0"/>
                </a:solidFill>
                <a:latin typeface="Consolas"/>
              </a:rPr>
              <a:t> </a:t>
            </a:r>
            <a:r>
              <a:rPr lang="en" sz="880" b="0">
                <a:solidFill>
                  <a:srgbClr val="B5CEA8"/>
                </a:solidFill>
                <a:latin typeface="Consolas"/>
              </a:rPr>
              <a:t>3</a:t>
            </a:r>
            <a:r>
              <a:rPr lang="en" sz="880" b="0">
                <a:solidFill>
                  <a:srgbClr val="94A3B8"/>
                </a:solidFill>
                <a:latin typeface="Consolas"/>
              </a:rPr>
              <a:t>);</a:t>
            </a:r>
          </a:p>
          <a:p>
            <a:pPr marL="0" indent="0">
              <a:spcAft>
                <a:spcPts val="0"/>
              </a:spcAft>
              <a:buNone/>
            </a:pPr>
            <a:r>
              <a:rPr lang="en" sz="760" b="0" i="1">
                <a:solidFill>
                  <a:srgbClr val="6A9955"/>
                </a:solidFill>
                <a:latin typeface="Consolas"/>
              </a:rPr>
              <a:t>// calls Constructor 2 — age set to 3</a:t>
            </a:r>
          </a:p>
        </p:txBody>
      </p:sp>
      <p:sp>
        <p:nvSpPr>
          <p:cNvPr id="64" name="P64"/>
          <p:cNvSpPr/>
          <p:nvPr/>
        </p:nvSpPr>
        <p:spPr>
          <a:xfrm>
            <a:off x="6097700" y="3810000"/>
            <a:ext cx="2733000" cy="560000"/>
          </a:xfrm>
          <a:prstGeom prst="roundRect">
            <a:avLst>
              <a:gd name="adj" fmla="val 8000"/>
            </a:avLst>
          </a:prstGeom>
          <a:solidFill>
            <a:srgbClr val="2A1A20"/>
          </a:solidFill>
          <a:ln w="9525">
            <a:solidFill>
              <a:srgbClr val="7F3B45"/>
            </a:solidFill>
          </a:ln>
        </p:spPr>
        <p:txBody>
          <a:bodyPr/>
          <a:lstStyle/>
          <a:p>
            <a:endParaRPr/>
          </a:p>
        </p:txBody>
      </p:sp>
      <p:sp>
        <p:nvSpPr>
          <p:cNvPr id="65" name="UC"/>
          <p:cNvSpPr txBox="1"/>
          <p:nvPr/>
        </p:nvSpPr>
        <p:spPr>
          <a:xfrm>
            <a:off x="6217700" y="3900000"/>
            <a:ext cx="2493000" cy="420000"/>
          </a:xfrm>
          <a:prstGeom prst="rect">
            <a:avLst/>
          </a:prstGeom>
          <a:noFill/>
        </p:spPr>
        <p:txBody>
          <a:bodyPr wrap="square" lIns="0" tIns="0" rIns="0" bIns="0" anchor="t">
            <a:noAutofit/>
          </a:bodyPr>
          <a:lstStyle/>
          <a:p>
            <a:pPr marL="0" indent="0">
              <a:spcAft>
                <a:spcPts val="40"/>
              </a:spcAft>
              <a:buNone/>
            </a:pPr>
            <a:r>
              <a:rPr lang="en" sz="880" b="0">
                <a:solidFill>
                  <a:srgbClr val="4EC9B0"/>
                </a:solidFill>
                <a:latin typeface="Consolas"/>
              </a:rPr>
              <a:t>Dog</a:t>
            </a:r>
            <a:r>
              <a:rPr lang="en" sz="880" b="0">
                <a:solidFill>
                  <a:srgbClr val="E2E8F0"/>
                </a:solidFill>
                <a:latin typeface="Consolas"/>
              </a:rPr>
              <a:t> c </a:t>
            </a:r>
            <a:r>
              <a:rPr lang="en" sz="880" b="0">
                <a:solidFill>
                  <a:srgbClr val="94A3B8"/>
                </a:solidFill>
                <a:latin typeface="Consolas"/>
              </a:rPr>
              <a:t>=</a:t>
            </a:r>
            <a:r>
              <a:rPr lang="en" sz="880" b="0">
                <a:solidFill>
                  <a:srgbClr val="E2E8F0"/>
                </a:solidFill>
                <a:latin typeface="Consolas"/>
              </a:rPr>
              <a:t> </a:t>
            </a:r>
            <a:r>
              <a:rPr lang="en" sz="880" b="0">
                <a:solidFill>
                  <a:srgbClr val="60A5FA"/>
                </a:solidFill>
                <a:latin typeface="Consolas"/>
              </a:rPr>
              <a:t>new</a:t>
            </a:r>
            <a:r>
              <a:rPr lang="en" sz="880" b="0">
                <a:solidFill>
                  <a:srgbClr val="E2E8F0"/>
                </a:solidFill>
                <a:latin typeface="Consolas"/>
              </a:rPr>
              <a:t> </a:t>
            </a:r>
            <a:r>
              <a:rPr lang="en" sz="880" b="0">
                <a:solidFill>
                  <a:srgbClr val="4EC9B0"/>
                </a:solidFill>
                <a:latin typeface="Consolas"/>
              </a:rPr>
              <a:t>Dog</a:t>
            </a:r>
            <a:r>
              <a:rPr lang="en" sz="880" b="0">
                <a:solidFill>
                  <a:srgbClr val="94A3B8"/>
                </a:solidFill>
                <a:latin typeface="Consolas"/>
              </a:rPr>
              <a:t>();</a:t>
            </a:r>
          </a:p>
          <a:p>
            <a:pPr marL="0" indent="0">
              <a:spcAft>
                <a:spcPts val="0"/>
              </a:spcAft>
              <a:buNone/>
            </a:pPr>
            <a:r>
              <a:rPr lang="en" sz="760" b="0" i="1">
                <a:solidFill>
                  <a:srgbClr val="F87171"/>
                </a:solidFill>
                <a:latin typeface="Consolas"/>
              </a:rPr>
              <a:t>// 💥 compile error — no zero-arg constructor defined</a:t>
            </a:r>
          </a:p>
        </p:txBody>
      </p:sp>
      <p:sp>
        <p:nvSpPr>
          <p:cNvPr id="50" name="P50"/>
          <p:cNvSpPr/>
          <p:nvPr/>
        </p:nvSpPr>
        <p:spPr>
          <a:xfrm>
            <a:off x="311700" y="4390000"/>
            <a:ext cx="8520600" cy="360000"/>
          </a:xfrm>
          <a:prstGeom prst="roundRect">
            <a:avLst>
              <a:gd name="adj" fmla="val 8000"/>
            </a:avLst>
          </a:prstGeom>
          <a:solidFill>
            <a:srgbClr val="F0FDFA"/>
          </a:solidFill>
          <a:ln w="9525">
            <a:solidFill>
              <a:srgbClr val="99F6E4"/>
            </a:solidFill>
          </a:ln>
        </p:spPr>
        <p:txBody>
          <a:bodyPr/>
          <a:lstStyle/>
          <a:p>
            <a:endParaRPr/>
          </a:p>
        </p:txBody>
      </p:sp>
      <p:sp>
        <p:nvSpPr>
          <p:cNvPr id="51" name="Callout"/>
          <p:cNvSpPr txBox="1"/>
          <p:nvPr/>
        </p:nvSpPr>
        <p:spPr>
          <a:xfrm>
            <a:off x="448860" y="4390000"/>
            <a:ext cx="8246280" cy="360000"/>
          </a:xfrm>
          <a:prstGeom prst="rect">
            <a:avLst/>
          </a:prstGeom>
          <a:noFill/>
        </p:spPr>
        <p:txBody>
          <a:bodyPr wrap="square" lIns="0" tIns="0" rIns="0" bIns="0" anchor="ctr">
            <a:noAutofit/>
          </a:bodyPr>
          <a:lstStyle/>
          <a:p>
            <a:pPr marL="0" indent="0" algn="ctr">
              <a:buNone/>
            </a:pPr>
            <a:r>
              <a:rPr lang="en" sz="1050" b="1">
                <a:solidFill>
                  <a:schemeClr val="accent3"/>
                </a:solidFill>
                <a:latin typeface="Roboto"/>
              </a:rPr>
              <a:t>The signature is the name + parameter types. </a:t>
            </a:r>
            <a:r>
              <a:rPr lang="en" sz="1050">
                <a:solidFill>
                  <a:schemeClr val="dk2"/>
                </a:solidFill>
                <a:latin typeface="Roboto"/>
              </a:rPr>
              <a:t>Return type is NOT part of the signature — two methods cannot differ only by return type.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G"/>
          <p:cNvSpPr/>
          <p:nvPr/>
        </p:nvSpPr>
        <p:spPr>
          <a:xfrm>
            <a:off x="0" y="0"/>
            <a:ext cx="9144000" cy="5143500"/>
          </a:xfrm>
          <a:prstGeom prst="rect">
            <a:avLst/>
          </a:prstGeom>
          <a:solidFill>
            <a:srgbClr val="0F172A"/>
          </a:solidFill>
          <a:ln>
            <a:noFill/>
          </a:ln>
        </p:spPr>
        <p:txBody>
          <a:bodyPr/>
          <a:lstStyle/>
          <a:p>
            <a:endParaRPr/>
          </a:p>
        </p:txBody>
      </p:sp>
      <p:sp>
        <p:nvSpPr>
          <p:cNvPr id="11" name="Eyebrow"/>
          <p:cNvSpPr txBox="1"/>
          <p:nvPr/>
        </p:nvSpPr>
        <p:spPr>
          <a:xfrm>
            <a:off x="0" y="820000"/>
            <a:ext cx="9144000" cy="240000"/>
          </a:xfrm>
          <a:prstGeom prst="rect">
            <a:avLst/>
          </a:prstGeom>
          <a:noFill/>
        </p:spPr>
        <p:txBody>
          <a:bodyPr wrap="square" lIns="0" tIns="0" rIns="0" bIns="0" anchor="t">
            <a:noAutofit/>
          </a:bodyPr>
          <a:lstStyle/>
          <a:p>
            <a:pPr marL="0" indent="0" algn="ctr">
              <a:spcAft>
                <a:spcPts val="0"/>
              </a:spcAft>
              <a:buNone/>
            </a:pPr>
            <a:r>
              <a:rPr lang="en-US" sz="1200" b="1" spc="500">
                <a:solidFill>
                  <a:srgbClr val="94A3B8"/>
                </a:solidFill>
                <a:latin typeface="Roboto"/>
              </a:rPr>
              <a:t>SECTION</a:t>
            </a:r>
          </a:p>
        </p:txBody>
      </p:sp>
      <p:sp>
        <p:nvSpPr>
          <p:cNvPr id="12" name="Num"/>
          <p:cNvSpPr txBox="1"/>
          <p:nvPr/>
        </p:nvSpPr>
        <p:spPr>
          <a:xfrm>
            <a:off x="0" y="1060000"/>
            <a:ext cx="9144000" cy="1300000"/>
          </a:xfrm>
          <a:prstGeom prst="rect">
            <a:avLst/>
          </a:prstGeom>
          <a:noFill/>
        </p:spPr>
        <p:txBody>
          <a:bodyPr wrap="square" lIns="0" tIns="0" rIns="0" bIns="0" anchor="ctr">
            <a:noAutofit/>
          </a:bodyPr>
          <a:lstStyle/>
          <a:p>
            <a:pPr marL="0" indent="0" algn="ctr">
              <a:spcAft>
                <a:spcPts val="0"/>
              </a:spcAft>
              <a:buNone/>
            </a:pPr>
            <a:r>
              <a:rPr lang="en-US" sz="8000" b="1">
                <a:solidFill>
                  <a:srgbClr val="60A5FA"/>
                </a:solidFill>
                <a:latin typeface="Arial"/>
              </a:rPr>
              <a:t>2</a:t>
            </a:r>
          </a:p>
        </p:txBody>
      </p:sp>
      <p:sp>
        <p:nvSpPr>
          <p:cNvPr id="13" name="Title"/>
          <p:cNvSpPr txBox="1"/>
          <p:nvPr/>
        </p:nvSpPr>
        <p:spPr>
          <a:xfrm>
            <a:off x="600000" y="2470000"/>
            <a:ext cx="7944000" cy="650000"/>
          </a:xfrm>
          <a:prstGeom prst="rect">
            <a:avLst/>
          </a:prstGeom>
          <a:noFill/>
        </p:spPr>
        <p:txBody>
          <a:bodyPr wrap="square" lIns="0" tIns="0" rIns="0" bIns="0" anchor="t">
            <a:noAutofit/>
          </a:bodyPr>
          <a:lstStyle/>
          <a:p>
            <a:pPr marL="0" indent="0" algn="ctr">
              <a:spcAft>
                <a:spcPts val="0"/>
              </a:spcAft>
              <a:buNone/>
            </a:pPr>
            <a:r>
              <a:rPr lang="en-US" sz="3600" b="1">
                <a:solidFill>
                  <a:srgbClr val="FFFFFF"/>
                </a:solidFill>
                <a:latin typeface="Roboto"/>
              </a:rPr>
              <a:t>Inheritance &amp; Polymorphism</a:t>
            </a:r>
          </a:p>
        </p:txBody>
      </p:sp>
      <p:sp>
        <p:nvSpPr>
          <p:cNvPr id="14" name="Sub"/>
          <p:cNvSpPr txBox="1"/>
          <p:nvPr/>
        </p:nvSpPr>
        <p:spPr>
          <a:xfrm>
            <a:off x="800000" y="3160000"/>
            <a:ext cx="7544000" cy="360000"/>
          </a:xfrm>
          <a:prstGeom prst="rect">
            <a:avLst/>
          </a:prstGeom>
          <a:noFill/>
        </p:spPr>
        <p:txBody>
          <a:bodyPr wrap="square" lIns="0" tIns="0" rIns="0" bIns="0" anchor="t">
            <a:noAutofit/>
          </a:bodyPr>
          <a:lstStyle/>
          <a:p>
            <a:pPr marL="0" indent="0" algn="ctr">
              <a:spcAft>
                <a:spcPts val="0"/>
              </a:spcAft>
              <a:buNone/>
            </a:pPr>
            <a:r>
              <a:rPr lang="en-US" sz="1500" b="0">
                <a:solidFill>
                  <a:srgbClr val="94A3B8"/>
                </a:solidFill>
                <a:latin typeface="Roboto"/>
              </a:rPr>
              <a:t>How classes relate, extend, and become many things at once.</a:t>
            </a:r>
          </a:p>
        </p:txBody>
      </p:sp>
      <p:sp>
        <p:nvSpPr>
          <p:cNvPr id="15" name="pc0"/>
          <p:cNvSpPr/>
          <p:nvPr/>
        </p:nvSpPr>
        <p:spPr>
          <a:xfrm>
            <a:off x="472000" y="3660000"/>
            <a:ext cx="2600000" cy="640000"/>
          </a:xfrm>
          <a:prstGeom prst="roundRect">
            <a:avLst>
              <a:gd name="adj" fmla="val 12000"/>
            </a:avLst>
          </a:prstGeom>
          <a:solidFill>
            <a:srgbClr val="1E293B"/>
          </a:solidFill>
          <a:ln w="9525">
            <a:solidFill>
              <a:srgbClr val="334155"/>
            </a:solidFill>
          </a:ln>
        </p:spPr>
        <p:txBody>
          <a:bodyPr/>
          <a:lstStyle/>
          <a:p>
            <a:endParaRPr/>
          </a:p>
        </p:txBody>
      </p:sp>
      <p:sp>
        <p:nvSpPr>
          <p:cNvPr id="16" name="pi0"/>
          <p:cNvSpPr/>
          <p:nvPr/>
        </p:nvSpPr>
        <p:spPr>
          <a:xfrm>
            <a:off x="622000" y="3830000"/>
            <a:ext cx="300000" cy="300000"/>
          </a:xfrm>
          <a:prstGeom prst="ellipse">
            <a:avLst/>
          </a:prstGeom>
          <a:solidFill>
            <a:srgbClr val="2563EB"/>
          </a:solidFill>
          <a:ln>
            <a:noFill/>
          </a:ln>
        </p:spPr>
        <p:txBody>
          <a:bodyPr/>
          <a:lstStyle/>
          <a:p>
            <a:endParaRPr/>
          </a:p>
        </p:txBody>
      </p:sp>
      <p:sp>
        <p:nvSpPr>
          <p:cNvPr id="17" name="pg0"/>
          <p:cNvSpPr txBox="1"/>
          <p:nvPr/>
        </p:nvSpPr>
        <p:spPr>
          <a:xfrm>
            <a:off x="622000" y="383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18" name="pl0"/>
          <p:cNvSpPr txBox="1"/>
          <p:nvPr/>
        </p:nvSpPr>
        <p:spPr>
          <a:xfrm>
            <a:off x="1072000" y="3660000"/>
            <a:ext cx="1920000" cy="640000"/>
          </a:xfrm>
          <a:prstGeom prst="rect">
            <a:avLst/>
          </a:prstGeom>
          <a:noFill/>
        </p:spPr>
        <p:txBody>
          <a:bodyPr wrap="square" lIns="0" tIns="0" rIns="0" bIns="0" anchor="ctr">
            <a:noAutofit/>
          </a:bodyPr>
          <a:lstStyle/>
          <a:p>
            <a:pPr marL="0" indent="0">
              <a:spcAft>
                <a:spcPts val="200"/>
              </a:spcAft>
              <a:buNone/>
            </a:pPr>
            <a:r>
              <a:rPr lang="en-US" sz="1200" b="1">
                <a:solidFill>
                  <a:srgbClr val="FFFFFF"/>
                </a:solidFill>
                <a:latin typeface="Roboto"/>
              </a:rPr>
              <a:t>Inheritance</a:t>
            </a:r>
          </a:p>
          <a:p>
            <a:pPr marL="0" indent="0">
              <a:spcAft>
                <a:spcPts val="0"/>
              </a:spcAft>
              <a:buNone/>
            </a:pPr>
            <a:r>
              <a:rPr lang="en-US" sz="950" b="0">
                <a:solidFill>
                  <a:srgbClr val="94A3B8"/>
                </a:solidFill>
                <a:latin typeface="Roboto"/>
              </a:rPr>
              <a:t>extend and specialize</a:t>
            </a:r>
          </a:p>
        </p:txBody>
      </p:sp>
      <p:sp>
        <p:nvSpPr>
          <p:cNvPr id="19" name="pc1"/>
          <p:cNvSpPr/>
          <p:nvPr/>
        </p:nvSpPr>
        <p:spPr>
          <a:xfrm>
            <a:off x="3272000" y="3660000"/>
            <a:ext cx="2600000" cy="640000"/>
          </a:xfrm>
          <a:prstGeom prst="roundRect">
            <a:avLst>
              <a:gd name="adj" fmla="val 12000"/>
            </a:avLst>
          </a:prstGeom>
          <a:solidFill>
            <a:srgbClr val="1E293B"/>
          </a:solidFill>
          <a:ln w="9525">
            <a:solidFill>
              <a:srgbClr val="334155"/>
            </a:solidFill>
          </a:ln>
        </p:spPr>
        <p:txBody>
          <a:bodyPr/>
          <a:lstStyle/>
          <a:p>
            <a:endParaRPr/>
          </a:p>
        </p:txBody>
      </p:sp>
      <p:sp>
        <p:nvSpPr>
          <p:cNvPr id="20" name="pi1"/>
          <p:cNvSpPr/>
          <p:nvPr/>
        </p:nvSpPr>
        <p:spPr>
          <a:xfrm>
            <a:off x="3422000" y="3830000"/>
            <a:ext cx="300000" cy="300000"/>
          </a:xfrm>
          <a:prstGeom prst="ellipse">
            <a:avLst/>
          </a:prstGeom>
          <a:solidFill>
            <a:srgbClr val="7C3AED"/>
          </a:solidFill>
          <a:ln>
            <a:noFill/>
          </a:ln>
        </p:spPr>
        <p:txBody>
          <a:bodyPr/>
          <a:lstStyle/>
          <a:p>
            <a:endParaRPr/>
          </a:p>
        </p:txBody>
      </p:sp>
      <p:sp>
        <p:nvSpPr>
          <p:cNvPr id="21" name="pg1"/>
          <p:cNvSpPr txBox="1"/>
          <p:nvPr/>
        </p:nvSpPr>
        <p:spPr>
          <a:xfrm>
            <a:off x="3422000" y="383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22" name="pl1"/>
          <p:cNvSpPr txBox="1"/>
          <p:nvPr/>
        </p:nvSpPr>
        <p:spPr>
          <a:xfrm>
            <a:off x="3872000" y="3660000"/>
            <a:ext cx="1920000" cy="640000"/>
          </a:xfrm>
          <a:prstGeom prst="rect">
            <a:avLst/>
          </a:prstGeom>
          <a:noFill/>
        </p:spPr>
        <p:txBody>
          <a:bodyPr wrap="square" lIns="0" tIns="0" rIns="0" bIns="0" anchor="ctr">
            <a:noAutofit/>
          </a:bodyPr>
          <a:lstStyle/>
          <a:p>
            <a:pPr marL="0" indent="0">
              <a:spcAft>
                <a:spcPts val="200"/>
              </a:spcAft>
              <a:buNone/>
            </a:pPr>
            <a:r>
              <a:rPr lang="en-US" sz="1200" b="1">
                <a:solidFill>
                  <a:srgbClr val="FFFFFF"/>
                </a:solidFill>
                <a:latin typeface="Roboto"/>
              </a:rPr>
              <a:t>Overriding</a:t>
            </a:r>
          </a:p>
          <a:p>
            <a:pPr marL="0" indent="0">
              <a:spcAft>
                <a:spcPts val="0"/>
              </a:spcAft>
              <a:buNone/>
            </a:pPr>
            <a:r>
              <a:rPr lang="en-US" sz="950" b="0">
                <a:solidFill>
                  <a:srgbClr val="94A3B8"/>
                </a:solidFill>
                <a:latin typeface="Roboto"/>
              </a:rPr>
              <a:t>redefine inherited behavior</a:t>
            </a:r>
          </a:p>
        </p:txBody>
      </p:sp>
      <p:sp>
        <p:nvSpPr>
          <p:cNvPr id="23" name="pc2"/>
          <p:cNvSpPr/>
          <p:nvPr/>
        </p:nvSpPr>
        <p:spPr>
          <a:xfrm>
            <a:off x="6072000" y="3660000"/>
            <a:ext cx="2600000" cy="640000"/>
          </a:xfrm>
          <a:prstGeom prst="roundRect">
            <a:avLst>
              <a:gd name="adj" fmla="val 12000"/>
            </a:avLst>
          </a:prstGeom>
          <a:solidFill>
            <a:srgbClr val="1E293B"/>
          </a:solidFill>
          <a:ln w="9525">
            <a:solidFill>
              <a:srgbClr val="334155"/>
            </a:solidFill>
          </a:ln>
        </p:spPr>
        <p:txBody>
          <a:bodyPr/>
          <a:lstStyle/>
          <a:p>
            <a:endParaRPr/>
          </a:p>
        </p:txBody>
      </p:sp>
      <p:sp>
        <p:nvSpPr>
          <p:cNvPr id="24" name="pi2"/>
          <p:cNvSpPr/>
          <p:nvPr/>
        </p:nvSpPr>
        <p:spPr>
          <a:xfrm>
            <a:off x="6222000" y="3830000"/>
            <a:ext cx="300000" cy="300000"/>
          </a:xfrm>
          <a:prstGeom prst="ellipse">
            <a:avLst/>
          </a:prstGeom>
          <a:solidFill>
            <a:srgbClr val="06B6D4"/>
          </a:solidFill>
          <a:ln>
            <a:noFill/>
          </a:ln>
        </p:spPr>
        <p:txBody>
          <a:bodyPr/>
          <a:lstStyle/>
          <a:p>
            <a:endParaRPr/>
          </a:p>
        </p:txBody>
      </p:sp>
      <p:sp>
        <p:nvSpPr>
          <p:cNvPr id="25" name="pg2"/>
          <p:cNvSpPr txBox="1"/>
          <p:nvPr/>
        </p:nvSpPr>
        <p:spPr>
          <a:xfrm>
            <a:off x="6222000" y="3830000"/>
            <a:ext cx="300000" cy="300000"/>
          </a:xfrm>
          <a:prstGeom prst="rect">
            <a:avLst/>
          </a:prstGeom>
          <a:noFill/>
        </p:spPr>
        <p:txBody>
          <a:bodyPr wrap="square" lIns="0" tIns="0" rIns="0" bIns="0" anchor="ctr">
            <a:noAutofit/>
          </a:bodyPr>
          <a:lstStyle/>
          <a:p>
            <a:pPr marL="0" indent="0" algn="ctr">
              <a:spcAft>
                <a:spcPts val="0"/>
              </a:spcAft>
              <a:buNone/>
            </a:pPr>
            <a:r>
              <a:rPr lang="en-US" sz="1300" b="1">
                <a:solidFill>
                  <a:srgbClr val="FFFFFF"/>
                </a:solidFill>
                <a:latin typeface="Arial"/>
              </a:rPr>
              <a:t>◆</a:t>
            </a:r>
          </a:p>
        </p:txBody>
      </p:sp>
      <p:sp>
        <p:nvSpPr>
          <p:cNvPr id="26" name="pl2"/>
          <p:cNvSpPr txBox="1"/>
          <p:nvPr/>
        </p:nvSpPr>
        <p:spPr>
          <a:xfrm>
            <a:off x="6672000" y="3660000"/>
            <a:ext cx="1920000" cy="640000"/>
          </a:xfrm>
          <a:prstGeom prst="rect">
            <a:avLst/>
          </a:prstGeom>
          <a:noFill/>
        </p:spPr>
        <p:txBody>
          <a:bodyPr wrap="square" lIns="0" tIns="0" rIns="0" bIns="0" anchor="ctr">
            <a:noAutofit/>
          </a:bodyPr>
          <a:lstStyle/>
          <a:p>
            <a:pPr marL="0" indent="0">
              <a:spcAft>
                <a:spcPts val="200"/>
              </a:spcAft>
              <a:buNone/>
            </a:pPr>
            <a:r>
              <a:rPr lang="en-US" sz="1200" b="1">
                <a:solidFill>
                  <a:srgbClr val="FFFFFF"/>
                </a:solidFill>
                <a:latin typeface="Roboto"/>
              </a:rPr>
              <a:t>Polymorphism</a:t>
            </a:r>
          </a:p>
          <a:p>
            <a:pPr marL="0" indent="0">
              <a:spcAft>
                <a:spcPts val="0"/>
              </a:spcAft>
              <a:buNone/>
            </a:pPr>
            <a:r>
              <a:rPr lang="en-US" sz="950" b="0">
                <a:solidFill>
                  <a:srgbClr val="94A3B8"/>
                </a:solidFill>
                <a:latin typeface="Roboto"/>
              </a:rPr>
              <a:t>one type, many forms</a:t>
            </a:r>
          </a:p>
        </p:txBody>
      </p:sp>
      <p:sp>
        <p:nvSpPr>
          <p:cNvPr id="27" name="bar0"/>
          <p:cNvSpPr/>
          <p:nvPr/>
        </p:nvSpPr>
        <p:spPr>
          <a:xfrm>
            <a:off x="0" y="5039500"/>
            <a:ext cx="305000" cy="104000"/>
          </a:xfrm>
          <a:prstGeom prst="rect">
            <a:avLst/>
          </a:prstGeom>
          <a:solidFill>
            <a:srgbClr val="EC4899"/>
          </a:solidFill>
          <a:ln>
            <a:noFill/>
          </a:ln>
        </p:spPr>
        <p:txBody>
          <a:bodyPr/>
          <a:lstStyle/>
          <a:p>
            <a:endParaRPr/>
          </a:p>
        </p:txBody>
      </p:sp>
      <p:sp>
        <p:nvSpPr>
          <p:cNvPr id="28" name="bar1"/>
          <p:cNvSpPr/>
          <p:nvPr/>
        </p:nvSpPr>
        <p:spPr>
          <a:xfrm>
            <a:off x="305000" y="5039500"/>
            <a:ext cx="305000" cy="104000"/>
          </a:xfrm>
          <a:prstGeom prst="rect">
            <a:avLst/>
          </a:prstGeom>
          <a:solidFill>
            <a:srgbClr val="06B6D4"/>
          </a:solidFill>
          <a:ln>
            <a:noFill/>
          </a:ln>
        </p:spPr>
        <p:txBody>
          <a:bodyPr/>
          <a:lstStyle/>
          <a:p>
            <a:endParaRPr/>
          </a:p>
        </p:txBody>
      </p:sp>
      <p:sp>
        <p:nvSpPr>
          <p:cNvPr id="29" name="bar2"/>
          <p:cNvSpPr/>
          <p:nvPr/>
        </p:nvSpPr>
        <p:spPr>
          <a:xfrm>
            <a:off x="610000" y="5039500"/>
            <a:ext cx="305000" cy="104000"/>
          </a:xfrm>
          <a:prstGeom prst="rect">
            <a:avLst/>
          </a:prstGeom>
          <a:solidFill>
            <a:srgbClr val="2563EB"/>
          </a:solidFill>
          <a:ln>
            <a:noFill/>
          </a:ln>
        </p:spPr>
        <p:txBody>
          <a:bodyPr/>
          <a:lstStyle/>
          <a:p>
            <a:endParaRPr/>
          </a:p>
        </p:txBody>
      </p:sp>
      <p:sp>
        <p:nvSpPr>
          <p:cNvPr id="30" name="bar3"/>
          <p:cNvSpPr/>
          <p:nvPr/>
        </p:nvSpPr>
        <p:spPr>
          <a:xfrm>
            <a:off x="915000" y="5039500"/>
            <a:ext cx="8229000" cy="104000"/>
          </a:xfrm>
          <a:prstGeom prst="rect">
            <a:avLst/>
          </a:prstGeom>
          <a:solidFill>
            <a:srgbClr val="1E40AF"/>
          </a:solidFill>
          <a:ln>
            <a:noFill/>
          </a:ln>
        </p:spPr>
        <p:txBody>
          <a:bodyPr/>
          <a:lstStyle/>
          <a:p>
            <a:endParaRPr/>
          </a:p>
        </p:txBody>
      </p:sp>
    </p:spTree>
  </p:cSld>
  <p:clrMapOvr>
    <a:masterClrMapping/>
  </p:clrMapOvr>
</p:sld>
</file>

<file path=ppt/theme/theme1.xml><?xml version="1.0" encoding="utf-8"?>
<a:theme xmlns:a="http://schemas.openxmlformats.org/drawingml/2006/main" name="Geometric">
  <a:themeElements>
    <a:clrScheme name="Geometric">
      <a:dk1>
        <a:srgbClr val="1E40AF"/>
      </a:dk1>
      <a:lt1>
        <a:srgbClr val="FFFFFF"/>
      </a:lt1>
      <a:dk2>
        <a:srgbClr val="334155"/>
      </a:dk2>
      <a:lt2>
        <a:srgbClr val="64748B"/>
      </a:lt2>
      <a:accent1>
        <a:srgbClr val="1E3A8A"/>
      </a:accent1>
      <a:accent2>
        <a:srgbClr val="2563EB"/>
      </a:accent2>
      <a:accent3>
        <a:srgbClr val="06B6D4"/>
      </a:accent3>
      <a:accent4>
        <a:srgbClr val="3B82F6"/>
      </a:accent4>
      <a:accent5>
        <a:srgbClr val="EC4899"/>
      </a:accent5>
      <a:accent6>
        <a:srgbClr val="38BDF8"/>
      </a:accent6>
      <a:hlink>
        <a:srgbClr val="2563EB"/>
      </a:hlink>
      <a:folHlink>
        <a:srgbClr val="7C3AE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2272</TotalTime>
  <Words>3322</Words>
  <Application>Microsoft Office PowerPoint</Application>
  <PresentationFormat>On-screen Show (16:9)</PresentationFormat>
  <Paragraphs>449</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Consolas</vt:lpstr>
      <vt:lpstr>Arial</vt:lpstr>
      <vt:lpstr>Roboto</vt:lpstr>
      <vt:lpstr>Calibri</vt:lpstr>
      <vt:lpstr>Geometric</vt:lpstr>
      <vt:lpstr>Who Am I?</vt:lpstr>
      <vt:lpstr>Course Logistics</vt:lpstr>
      <vt:lpstr>Grading Scale</vt:lpstr>
      <vt:lpstr>PowerPoint Presentation</vt:lpstr>
      <vt:lpstr>How to Get Help</vt:lpstr>
      <vt:lpstr>Today's Agenda – Warming back into things</vt:lpstr>
      <vt:lpstr>Remember How To Write Code?</vt:lpstr>
      <vt:lpstr>Java's Two Kinds of Types</vt:lpstr>
      <vt:lpstr>A brief re-introduction to classes</vt:lpstr>
      <vt:lpstr>Classes – terminology</vt:lpstr>
      <vt:lpstr>The 'this' Keyword</vt:lpstr>
      <vt:lpstr>Access Modifiers</vt:lpstr>
      <vt:lpstr>Objects</vt:lpstr>
      <vt:lpstr>null and NullPointerException</vt:lpstr>
      <vt:lpstr>Methods</vt:lpstr>
      <vt:lpstr>Objects In Memory</vt:lpstr>
      <vt:lpstr>Putting It Together: The Dog Class</vt:lpstr>
      <vt:lpstr>Overloaded Constructors &amp; Method Signatures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usedsplash usedsplash</dc:creator>
  <cp:lastModifiedBy>Jack Forden</cp:lastModifiedBy>
  <cp:revision>105</cp:revision>
  <dcterms:modified xsi:type="dcterms:W3CDTF">2026-07-09T21:37:57Z</dcterms:modified>
</cp:coreProperties>
</file>